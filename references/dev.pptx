
<file path=[Content_Types].xml><?xml version="1.0" encoding="utf-8"?>
<Types xmlns="http://schemas.openxmlformats.org/package/2006/content-types">
  <Default Extension="jpeg" ContentType="image/jpeg"/>
  <Default Extension="JPG" ContentType="image/.jpg"/>
  <Default Extension="vml" ContentType="application/vnd.openxmlformats-officedocument.vmlDrawing"/>
  <Default Extension="bin" ContentType="application/vnd.openxmlformats-officedocument.oleObject"/>
  <Default Extension="png" ContentType="image/png"/>
  <Default Extension="wmf" ContentType="image/x-w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58.xml" ContentType="application/vnd.openxmlformats-officedocument.presentationml.slideLayout+xml"/>
  <Override PartName="/ppt/slideLayouts/slideLayout59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60.xml" ContentType="application/vnd.openxmlformats-officedocument.presentationml.slideLayout+xml"/>
  <Override PartName="/ppt/slideLayouts/slideLayout61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4.xml" ContentType="application/vnd.openxmlformats-officedocument.presentationml.slideMaster+xml"/>
  <Override PartName="/ppt/slideMasters/slideMaster5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4.xml" ContentType="application/vnd.openxmlformats-officedocument.theme+xml"/>
  <Override PartName="/ppt/theme/theme5.xml" ContentType="application/vnd.openxmlformats-officedocument.theme+xml"/>
  <Override PartName="/ppt/theme/theme6.xml" ContentType="application/vnd.openxmlformats-officedocument.theme+xml"/>
  <Override PartName="/ppt/theme/theme7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  <p:sldMasterId id="2147483660" r:id="rId3"/>
    <p:sldMasterId id="2147483674" r:id="rId4"/>
    <p:sldMasterId id="2147483686" r:id="rId5"/>
    <p:sldMasterId id="2147483700" r:id="rId6"/>
  </p:sldMasterIdLst>
  <p:notesMasterIdLst>
    <p:notesMasterId r:id="rId8"/>
  </p:notesMasterIdLst>
  <p:handoutMasterIdLst>
    <p:handoutMasterId r:id="rId39"/>
  </p:handoutMasterIdLst>
  <p:sldIdLst>
    <p:sldId id="333" r:id="rId7"/>
    <p:sldId id="776" r:id="rId9"/>
    <p:sldId id="628" r:id="rId10"/>
    <p:sldId id="777" r:id="rId11"/>
    <p:sldId id="778" r:id="rId12"/>
    <p:sldId id="779" r:id="rId13"/>
    <p:sldId id="780" r:id="rId14"/>
    <p:sldId id="783" r:id="rId15"/>
    <p:sldId id="775" r:id="rId16"/>
    <p:sldId id="765" r:id="rId17"/>
    <p:sldId id="804" r:id="rId18"/>
    <p:sldId id="805" r:id="rId19"/>
    <p:sldId id="803" r:id="rId20"/>
    <p:sldId id="766" r:id="rId21"/>
    <p:sldId id="767" r:id="rId22"/>
    <p:sldId id="768" r:id="rId23"/>
    <p:sldId id="759" r:id="rId24"/>
    <p:sldId id="781" r:id="rId25"/>
    <p:sldId id="782" r:id="rId26"/>
    <p:sldId id="784" r:id="rId27"/>
    <p:sldId id="785" r:id="rId28"/>
    <p:sldId id="701" r:id="rId29"/>
    <p:sldId id="592" r:id="rId30"/>
    <p:sldId id="748" r:id="rId31"/>
    <p:sldId id="786" r:id="rId32"/>
    <p:sldId id="788" r:id="rId33"/>
    <p:sldId id="789" r:id="rId34"/>
    <p:sldId id="806" r:id="rId35"/>
    <p:sldId id="790" r:id="rId36"/>
    <p:sldId id="802" r:id="rId37"/>
    <p:sldId id="314" r:id="rId38"/>
  </p:sldIdLst>
  <p:sldSz cx="9144000" cy="6858000" type="overhead"/>
  <p:notesSz cx="7099300" cy="10234295"/>
  <p:custDataLst>
    <p:tags r:id="rId44"/>
  </p:custDataLst>
  <p:defaultTextStyle>
    <a:defPPr>
      <a:defRPr lang="zh-CN"/>
    </a:defPPr>
    <a:lvl1pPr marL="0" lvl="0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0"/>
      </a:spcBef>
      <a:spcAft>
        <a:spcPct val="0"/>
      </a:spcAft>
      <a:buFontTx/>
      <a:buNone/>
      <a:defRPr sz="24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20" userDrawn="1">
          <p15:clr>
            <a:srgbClr val="A4A3A4"/>
          </p15:clr>
        </p15:guide>
        <p15:guide id="2" pos="2902" userDrawn="1">
          <p15:clr>
            <a:srgbClr val="A4A3A4"/>
          </p15:clr>
        </p15:guide>
      </p15:sldGuideLst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wangziquan" initials="w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 useTimings="0">
    <p:present/>
    <p:sldAll/>
    <p:penClr>
      <a:schemeClr val="accent2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7073A"/>
    <a:srgbClr val="6BF997"/>
    <a:srgbClr val="F95105"/>
    <a:srgbClr val="333399"/>
    <a:srgbClr val="F9FF7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vertBarState="minimized" horzBarState="maximized">
    <p:restoredLeft sz="11787"/>
    <p:restoredTop sz="90556"/>
  </p:normalViewPr>
  <p:slideViewPr>
    <p:cSldViewPr showGuides="1">
      <p:cViewPr varScale="1">
        <p:scale>
          <a:sx n="73" d="100"/>
          <a:sy n="73" d="100"/>
        </p:scale>
        <p:origin x="1668" y="72"/>
      </p:cViewPr>
      <p:guideLst>
        <p:guide orient="horz" pos="2120"/>
        <p:guide pos="2902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sorterViewPr showFormatting="0">
    <p:cViewPr>
      <p:scale>
        <a:sx n="66" d="100"/>
        <a:sy n="66" d="100"/>
      </p:scale>
      <p:origin x="0" y="0"/>
    </p:cViewPr>
  </p:sorterViewPr>
  <p:gridSpacing cx="72005" cy="72005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2.xml"/><Relationship Id="rId8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6" Type="http://schemas.openxmlformats.org/officeDocument/2006/relationships/slideMaster" Target="slideMasters/slideMaster5.xml"/><Relationship Id="rId5" Type="http://schemas.openxmlformats.org/officeDocument/2006/relationships/slideMaster" Target="slideMasters/slideMaster4.xml"/><Relationship Id="rId44" Type="http://schemas.openxmlformats.org/officeDocument/2006/relationships/tags" Target="tags/tag1.xml"/><Relationship Id="rId43" Type="http://schemas.openxmlformats.org/officeDocument/2006/relationships/commentAuthors" Target="commentAuthors.xml"/><Relationship Id="rId42" Type="http://schemas.openxmlformats.org/officeDocument/2006/relationships/tableStyles" Target="tableStyles.xml"/><Relationship Id="rId41" Type="http://schemas.openxmlformats.org/officeDocument/2006/relationships/viewProps" Target="viewProps.xml"/><Relationship Id="rId40" Type="http://schemas.openxmlformats.org/officeDocument/2006/relationships/presProps" Target="presProps.xml"/><Relationship Id="rId4" Type="http://schemas.openxmlformats.org/officeDocument/2006/relationships/slideMaster" Target="slideMasters/slideMaster3.xml"/><Relationship Id="rId39" Type="http://schemas.openxmlformats.org/officeDocument/2006/relationships/handoutMaster" Target="handoutMasters/handoutMaster1.xml"/><Relationship Id="rId38" Type="http://schemas.openxmlformats.org/officeDocument/2006/relationships/slide" Target="slides/slide31.xml"/><Relationship Id="rId37" Type="http://schemas.openxmlformats.org/officeDocument/2006/relationships/slide" Target="slides/slide30.xml"/><Relationship Id="rId36" Type="http://schemas.openxmlformats.org/officeDocument/2006/relationships/slide" Target="slides/slide29.xml"/><Relationship Id="rId35" Type="http://schemas.openxmlformats.org/officeDocument/2006/relationships/slide" Target="slides/slide28.xml"/><Relationship Id="rId34" Type="http://schemas.openxmlformats.org/officeDocument/2006/relationships/slide" Target="slides/slide27.xml"/><Relationship Id="rId33" Type="http://schemas.openxmlformats.org/officeDocument/2006/relationships/slide" Target="slides/slide26.xml"/><Relationship Id="rId32" Type="http://schemas.openxmlformats.org/officeDocument/2006/relationships/slide" Target="slides/slide25.xml"/><Relationship Id="rId31" Type="http://schemas.openxmlformats.org/officeDocument/2006/relationships/slide" Target="slides/slide24.xml"/><Relationship Id="rId30" Type="http://schemas.openxmlformats.org/officeDocument/2006/relationships/slide" Target="slides/slide23.xml"/><Relationship Id="rId3" Type="http://schemas.openxmlformats.org/officeDocument/2006/relationships/slideMaster" Target="slideMasters/slideMaster2.xml"/><Relationship Id="rId29" Type="http://schemas.openxmlformats.org/officeDocument/2006/relationships/slide" Target="slides/slide22.xml"/><Relationship Id="rId28" Type="http://schemas.openxmlformats.org/officeDocument/2006/relationships/slide" Target="slides/slide21.xml"/><Relationship Id="rId27" Type="http://schemas.openxmlformats.org/officeDocument/2006/relationships/slide" Target="slides/slide20.xml"/><Relationship Id="rId26" Type="http://schemas.openxmlformats.org/officeDocument/2006/relationships/slide" Target="slides/slide19.xml"/><Relationship Id="rId25" Type="http://schemas.openxmlformats.org/officeDocument/2006/relationships/slide" Target="slides/slide18.xml"/><Relationship Id="rId24" Type="http://schemas.openxmlformats.org/officeDocument/2006/relationships/slide" Target="slides/slide17.xml"/><Relationship Id="rId23" Type="http://schemas.openxmlformats.org/officeDocument/2006/relationships/slide" Target="slides/slide16.xml"/><Relationship Id="rId22" Type="http://schemas.openxmlformats.org/officeDocument/2006/relationships/slide" Target="slides/slide15.xml"/><Relationship Id="rId21" Type="http://schemas.openxmlformats.org/officeDocument/2006/relationships/slide" Target="slides/slide14.xml"/><Relationship Id="rId20" Type="http://schemas.openxmlformats.org/officeDocument/2006/relationships/slide" Target="slides/slide13.xml"/><Relationship Id="rId2" Type="http://schemas.openxmlformats.org/officeDocument/2006/relationships/theme" Target="theme/theme1.xml"/><Relationship Id="rId19" Type="http://schemas.openxmlformats.org/officeDocument/2006/relationships/slide" Target="slides/slide12.xml"/><Relationship Id="rId18" Type="http://schemas.openxmlformats.org/officeDocument/2006/relationships/slide" Target="slides/slide11.xml"/><Relationship Id="rId17" Type="http://schemas.openxmlformats.org/officeDocument/2006/relationships/slide" Target="slides/slide10.xml"/><Relationship Id="rId16" Type="http://schemas.openxmlformats.org/officeDocument/2006/relationships/slide" Target="slides/slide9.xml"/><Relationship Id="rId15" Type="http://schemas.openxmlformats.org/officeDocument/2006/relationships/slide" Target="slides/slide8.xml"/><Relationship Id="rId14" Type="http://schemas.openxmlformats.org/officeDocument/2006/relationships/slide" Target="slides/slide7.xml"/><Relationship Id="rId13" Type="http://schemas.openxmlformats.org/officeDocument/2006/relationships/slide" Target="slides/slide6.xml"/><Relationship Id="rId12" Type="http://schemas.openxmlformats.org/officeDocument/2006/relationships/slide" Target="slides/slide5.xml"/><Relationship Id="rId11" Type="http://schemas.openxmlformats.org/officeDocument/2006/relationships/slide" Target="slides/slide4.xml"/><Relationship Id="rId10" Type="http://schemas.openxmlformats.org/officeDocument/2006/relationships/slide" Target="slides/slide3.xml"/><Relationship Id="rId1" Type="http://schemas.openxmlformats.org/officeDocument/2006/relationships/slideMaster" Target="slideMasters/slideMaster1.xml"/></Relationships>
</file>

<file path=ppt/drawings/_rels/vmlDrawing1.vml.rels><?xml version="1.0" encoding="UTF-8" standalone="yes"?>
<Relationships xmlns="http://schemas.openxmlformats.org/package/2006/relationships"><Relationship Id="rId1" Type="http://schemas.openxmlformats.org/officeDocument/2006/relationships/image" Target="../media/image2.wmf"/></Relationships>
</file>

<file path=ppt/drawings/_rels/vmlDrawing2.vml.rels><?xml version="1.0" encoding="UTF-8" standalone="yes"?>
<Relationships xmlns="http://schemas.openxmlformats.org/package/2006/relationships"><Relationship Id="rId1" Type="http://schemas.openxmlformats.org/officeDocument/2006/relationships/image" Target="../media/image3.wmf"/></Relationships>
</file>

<file path=ppt/drawings/_rels/vmlDrawing3.vml.rels><?xml version="1.0" encoding="UTF-8" standalone="yes"?>
<Relationships xmlns="http://schemas.openxmlformats.org/package/2006/relationships"><Relationship Id="rId1" Type="http://schemas.openxmlformats.org/officeDocument/2006/relationships/image" Target="../media/image7.wmf"/></Relationships>
</file>

<file path=ppt/drawings/_rels/vmlDrawing4.vml.rels><?xml version="1.0" encoding="UTF-8" standalone="yes"?>
<Relationships xmlns="http://schemas.openxmlformats.org/package/2006/relationships"><Relationship Id="rId1" Type="http://schemas.openxmlformats.org/officeDocument/2006/relationships/image" Target="../media/image8.wmf"/></Relationships>
</file>

<file path=ppt/drawings/_rels/vmlDrawing5.vml.rels><?xml version="1.0" encoding="UTF-8" standalone="yes"?>
<Relationships xmlns="http://schemas.openxmlformats.org/package/2006/relationships"><Relationship Id="rId2" Type="http://schemas.openxmlformats.org/officeDocument/2006/relationships/image" Target="../media/image10.wmf"/><Relationship Id="rId1" Type="http://schemas.openxmlformats.org/officeDocument/2006/relationships/image" Target="../media/image9.wmf"/></Relationships>
</file>

<file path=ppt/drawings/_rels/vmlDrawing6.vml.rels><?xml version="1.0" encoding="UTF-8" standalone="yes"?>
<Relationships xmlns="http://schemas.openxmlformats.org/package/2006/relationships"><Relationship Id="rId1" Type="http://schemas.openxmlformats.org/officeDocument/2006/relationships/image" Target="../media/image14.wmf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7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890" name="页眉占位符 37889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/>
          <a:lstStyle/>
          <a:p>
            <a:pPr lvl="0" defTabSz="990600" fontAlgn="base"/>
            <a:endParaRPr lang="zh-CN" altLang="en-US" sz="1300" strike="noStrike" noProof="1"/>
          </a:p>
        </p:txBody>
      </p:sp>
      <p:sp>
        <p:nvSpPr>
          <p:cNvPr id="37891" name="日期占位符 37890"/>
          <p:cNvSpPr>
            <a:spLocks noGrp="1"/>
          </p:cNvSpPr>
          <p:nvPr>
            <p:ph type="dt" sz="quarter" idx="1"/>
          </p:nvPr>
        </p:nvSpPr>
        <p:spPr>
          <a:xfrm>
            <a:off x="4024313" y="0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/>
          <a:lstStyle/>
          <a:p>
            <a:pPr lvl="0" algn="r" defTabSz="990600" fontAlgn="base"/>
            <a:endParaRPr lang="zh-CN" altLang="en-US" sz="1300" strike="noStrike" noProof="1"/>
          </a:p>
        </p:txBody>
      </p:sp>
      <p:sp>
        <p:nvSpPr>
          <p:cNvPr id="37892" name="页脚占位符 37891"/>
          <p:cNvSpPr>
            <a:spLocks noGrp="1"/>
          </p:cNvSpPr>
          <p:nvPr>
            <p:ph type="ftr" sz="quarter" idx="2"/>
          </p:nvPr>
        </p:nvSpPr>
        <p:spPr>
          <a:xfrm>
            <a:off x="0" y="9723438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defTabSz="990600" fontAlgn="base"/>
            <a:endParaRPr lang="zh-CN" altLang="en-US" sz="1300" strike="noStrike" noProof="1"/>
          </a:p>
        </p:txBody>
      </p:sp>
      <p:sp>
        <p:nvSpPr>
          <p:cNvPr id="37893" name="灯片编号占位符 37892"/>
          <p:cNvSpPr>
            <a:spLocks noGrp="1"/>
          </p:cNvSpPr>
          <p:nvPr>
            <p:ph type="sldNum" sz="quarter" idx="3"/>
          </p:nvPr>
        </p:nvSpPr>
        <p:spPr>
          <a:xfrm>
            <a:off x="4024313" y="9723438"/>
            <a:ext cx="3074988" cy="511175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algn="r" defTabSz="990600" fontAlgn="base"/>
            <a:fld id="{9A0DB2DC-4C9A-4742-B13C-FB6460FD3503}" type="slidenum">
              <a:rPr lang="zh-CN" altLang="en-US" sz="1300" strike="noStrike" noProof="1" dirty="0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6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866" name="页眉占位符 36865"/>
          <p:cNvSpPr>
            <a:spLocks noGrp="1"/>
          </p:cNvSpPr>
          <p:nvPr>
            <p:ph type="hdr" sz="quarter"/>
          </p:nvPr>
        </p:nvSpPr>
        <p:spPr>
          <a:xfrm>
            <a:off x="0" y="169863"/>
            <a:ext cx="7099300" cy="427038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/>
          <a:lstStyle/>
          <a:p>
            <a:pPr lvl="0" defTabSz="990600" fontAlgn="base"/>
            <a:r>
              <a:rPr lang="en-US" altLang="zh-CN" sz="15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           </a:t>
            </a:r>
            <a:r>
              <a:rPr lang="zh-CN" altLang="en-US" sz="1500" strike="noStrike" noProof="1">
                <a:latin typeface="Times New Roman" panose="02020603050405020304" pitchFamily="18" charset="0"/>
                <a:ea typeface="楷体_GB2312" pitchFamily="49" charset="-122"/>
                <a:cs typeface="+mn-cs"/>
              </a:rPr>
              <a:t>需求活动        	</a:t>
            </a:r>
            <a:r>
              <a:rPr lang="zh-CN" altLang="en-US" sz="1700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             </a:t>
            </a:r>
            <a:r>
              <a:rPr lang="en-US" altLang="zh-CN" sz="1500" strike="noStrike" noProof="1"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Software Requirement Engineering  </a:t>
            </a:r>
            <a:r>
              <a:rPr lang="en-US" altLang="zh-CN" sz="1300" strike="noStrike" noProof="1">
                <a:latin typeface="Garamond" panose="02020404030301010803" pitchFamily="18" charset="0"/>
                <a:ea typeface="宋体" panose="02010600030101010101" pitchFamily="2" charset="-122"/>
                <a:cs typeface="+mn-cs"/>
              </a:rPr>
              <a:t>V1.0  2002-02-22</a:t>
            </a:r>
            <a:endParaRPr lang="en-US" altLang="zh-CN" sz="1300" strike="noStrike" noProof="1">
              <a:latin typeface="Garamond" panose="02020404030301010803" pitchFamily="18" charset="0"/>
            </a:endParaRPr>
          </a:p>
        </p:txBody>
      </p:sp>
      <p:sp>
        <p:nvSpPr>
          <p:cNvPr id="6147" name="幻灯片图像占位符 36867"/>
          <p:cNvSpPr>
            <a:spLocks noGrp="1" noRot="1" noChangeAspect="1" noTextEdit="1"/>
          </p:cNvSpPr>
          <p:nvPr>
            <p:ph type="sldImg"/>
          </p:nvPr>
        </p:nvSpPr>
        <p:spPr>
          <a:xfrm>
            <a:off x="992188" y="768350"/>
            <a:ext cx="5116512" cy="3836988"/>
          </a:xfrm>
          <a:prstGeom prst="rect">
            <a:avLst/>
          </a:prstGeom>
          <a:noFill/>
          <a:ln w="9525" cap="flat" cmpd="sng">
            <a:solidFill>
              <a:srgbClr val="000000"/>
            </a:solidFill>
            <a:prstDash val="solid"/>
            <a:miter/>
            <a:headEnd type="none" w="med" len="med"/>
            <a:tailEnd type="none" w="med" len="med"/>
          </a:ln>
        </p:spPr>
      </p:sp>
      <p:sp>
        <p:nvSpPr>
          <p:cNvPr id="6148" name="文本占位符 36868"/>
          <p:cNvSpPr>
            <a:spLocks noGrp="1"/>
          </p:cNvSpPr>
          <p:nvPr>
            <p:ph type="body" sz="quarter"/>
          </p:nvPr>
        </p:nvSpPr>
        <p:spPr>
          <a:xfrm>
            <a:off x="946150" y="4860925"/>
            <a:ext cx="5207000" cy="4605338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t"/>
          <a:lstStyle/>
          <a:p>
            <a:pPr lvl="0" indent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 indent="0"/>
            <a:r>
              <a:rPr lang="zh-CN" altLang="en-US" dirty="0"/>
              <a:t>第二级</a:t>
            </a:r>
            <a:endParaRPr lang="zh-CN" altLang="en-US" dirty="0"/>
          </a:p>
          <a:p>
            <a:pPr lvl="2" indent="0"/>
            <a:r>
              <a:rPr lang="zh-CN" altLang="en-US" dirty="0"/>
              <a:t>第三级</a:t>
            </a:r>
            <a:endParaRPr lang="zh-CN" altLang="en-US" dirty="0"/>
          </a:p>
          <a:p>
            <a:pPr lvl="3" indent="0"/>
            <a:r>
              <a:rPr lang="zh-CN" altLang="en-US" dirty="0"/>
              <a:t>第四级</a:t>
            </a:r>
            <a:endParaRPr lang="zh-CN" altLang="en-US" dirty="0"/>
          </a:p>
          <a:p>
            <a:pPr lvl="4" indent="0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36870" name="页脚占位符 36869"/>
          <p:cNvSpPr>
            <a:spLocks noGrp="1"/>
          </p:cNvSpPr>
          <p:nvPr>
            <p:ph type="ftr" sz="quarter" idx="4"/>
          </p:nvPr>
        </p:nvSpPr>
        <p:spPr>
          <a:xfrm>
            <a:off x="0" y="9723438"/>
            <a:ext cx="3074988" cy="341313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algn="ctr" defTabSz="990600" fontAlgn="base"/>
            <a:r>
              <a:rPr lang="en-US" altLang="zh-CN" sz="1100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Times New Roman" panose="02020603050405020304" pitchFamily="18" charset="0"/>
              </a:rPr>
              <a:t>© </a:t>
            </a:r>
            <a:r>
              <a:rPr lang="zh-CN" altLang="en-US" sz="1100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托普集团 </a:t>
            </a:r>
            <a:r>
              <a:rPr lang="en-US" altLang="zh-CN" sz="1100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2002  ,  </a:t>
            </a:r>
            <a:r>
              <a:rPr lang="zh-CN" altLang="en-US" sz="1100" strike="noStrike" noProof="1">
                <a:latin typeface="Times New Roman" panose="02020603050405020304" pitchFamily="18" charset="0"/>
                <a:ea typeface="宋体" panose="02010600030101010101" pitchFamily="2" charset="-122"/>
                <a:cs typeface="+mn-cs"/>
              </a:rPr>
              <a:t>托普集团中央研究院</a:t>
            </a:r>
            <a:endParaRPr lang="zh-CN" altLang="en-US" sz="1300" strike="noStrike" noProof="1"/>
          </a:p>
        </p:txBody>
      </p:sp>
      <p:sp>
        <p:nvSpPr>
          <p:cNvPr id="36871" name="灯片编号占位符 36870"/>
          <p:cNvSpPr>
            <a:spLocks noGrp="1"/>
          </p:cNvSpPr>
          <p:nvPr>
            <p:ph type="sldNum" sz="quarter" idx="5"/>
          </p:nvPr>
        </p:nvSpPr>
        <p:spPr>
          <a:xfrm>
            <a:off x="4024313" y="9723438"/>
            <a:ext cx="2917825" cy="341313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algn="r" defTabSz="990600" fontAlgn="base"/>
            <a:fld id="{9A0DB2DC-4C9A-4742-B13C-FB6460FD3503}" type="slidenum">
              <a:rPr lang="zh-CN" altLang="en-US" sz="1300" strike="noStrike" noProof="1" dirty="0">
                <a:latin typeface="Arial" panose="020B060402020202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z="1300" strike="noStrike" noProof="1">
              <a:latin typeface="Arial" panose="020B0604020202020204" pitchFamily="34" charset="0"/>
            </a:endParaRPr>
          </a:p>
        </p:txBody>
      </p:sp>
      <p:sp>
        <p:nvSpPr>
          <p:cNvPr id="6151" name="直接连接符 36872"/>
          <p:cNvSpPr/>
          <p:nvPr/>
        </p:nvSpPr>
        <p:spPr>
          <a:xfrm>
            <a:off x="552450" y="511175"/>
            <a:ext cx="6232525" cy="0"/>
          </a:xfrm>
          <a:prstGeom prst="line">
            <a:avLst/>
          </a:prstGeom>
          <a:ln w="12700" cap="flat" cmpd="sng">
            <a:solidFill>
              <a:schemeClr val="tx1"/>
            </a:solidFill>
            <a:prstDash val="solid"/>
            <a:round/>
            <a:headEnd type="none" w="sm" len="sm"/>
            <a:tailEnd type="none" w="sm" len="sm"/>
          </a:ln>
        </p:spPr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lvl="0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1pPr>
    <a:lvl2pPr marL="457200" lvl="1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2pPr>
    <a:lvl3pPr marL="914400" lvl="2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3pPr>
    <a:lvl4pPr marL="1371600" lvl="3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4pPr>
    <a:lvl5pPr marL="1828800" lvl="4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5pPr>
    <a:lvl6pPr marL="2286000" lvl="5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6pPr>
    <a:lvl7pPr marL="2743200" lvl="6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7pPr>
    <a:lvl8pPr marL="3200400" lvl="7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8pPr>
    <a:lvl9pPr marL="3657600" lvl="8" indent="0" algn="l" defTabSz="914400" rtl="0" eaLnBrk="1" fontAlgn="base" latinLnBrk="0" hangingPunct="1">
      <a:lnSpc>
        <a:spcPct val="100000"/>
      </a:lnSpc>
      <a:spcBef>
        <a:spcPct val="30000"/>
      </a:spcBef>
      <a:spcAft>
        <a:spcPct val="0"/>
      </a:spcAft>
      <a:buNone/>
      <a:defRPr sz="1200" b="0" i="0" u="none" kern="1200" baseline="0">
        <a:solidFill>
          <a:schemeClr val="tx1"/>
        </a:solidFill>
        <a:latin typeface="Times New Roman" panose="02020603050405020304" pitchFamily="18" charset="0"/>
        <a:ea typeface="宋体" panose="02010600030101010101" pitchFamily="2" charset="-122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93" name="幻灯片图像占位符 314369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8194" name="文本占位符 314370"/>
          <p:cNvSpPr>
            <a:spLocks noGrp="1"/>
          </p:cNvSpPr>
          <p:nvPr>
            <p:ph type="body"/>
          </p:nvPr>
        </p:nvSpPr>
        <p:spPr/>
        <p:txBody>
          <a:bodyPr lIns="99040" tIns="49519" rIns="99040" bIns="49519" anchor="t"/>
          <a:lstStyle/>
          <a:p>
            <a:pPr lvl="0" indent="0"/>
            <a:endParaRPr lang="zh-CN" altLang="zh-CN" dirty="0"/>
          </a:p>
        </p:txBody>
      </p:sp>
      <p:sp>
        <p:nvSpPr>
          <p:cNvPr id="8195" name="页眉占位符 1"/>
          <p:cNvSpPr>
            <a:spLocks noGrp="1"/>
          </p:cNvSpPr>
          <p:nvPr>
            <p:ph type="hdr" sz="quarter"/>
          </p:nvPr>
        </p:nvSpPr>
        <p:spPr>
          <a:xfrm>
            <a:off x="0" y="169863"/>
            <a:ext cx="7099300" cy="427037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t"/>
          <a:lstStyle/>
          <a:p>
            <a:pPr lvl="0" indent="0" defTabSz="990600"/>
            <a:r>
              <a:rPr lang="en-US" altLang="zh-CN" sz="1500" dirty="0">
                <a:ea typeface="楷体_GB2312" pitchFamily="49" charset="-122"/>
              </a:rPr>
              <a:t>           </a:t>
            </a:r>
            <a:r>
              <a:rPr lang="zh-CN" altLang="en-US" sz="1500" dirty="0">
                <a:ea typeface="楷体_GB2312" pitchFamily="49" charset="-122"/>
              </a:rPr>
              <a:t>需求活动        	</a:t>
            </a:r>
            <a:r>
              <a:rPr lang="zh-CN" altLang="en-US" sz="1700"/>
              <a:t>             </a:t>
            </a:r>
            <a:r>
              <a:rPr lang="en-US" altLang="zh-CN" sz="1500">
                <a:latin typeface="Garamond" panose="02020404030301010803" pitchFamily="18" charset="0"/>
              </a:rPr>
              <a:t>Software Requirement Engineering  </a:t>
            </a:r>
            <a:r>
              <a:rPr lang="en-US" altLang="zh-CN" sz="1300">
                <a:latin typeface="Garamond" panose="02020404030301010803" pitchFamily="18" charset="0"/>
              </a:rPr>
              <a:t>V1.0  2002-02-22</a:t>
            </a:r>
            <a:endParaRPr lang="en-US" altLang="zh-CN" sz="1300">
              <a:latin typeface="Garamond" panose="02020404030301010803" pitchFamily="18" charset="0"/>
            </a:endParaRPr>
          </a:p>
        </p:txBody>
      </p:sp>
      <p:sp>
        <p:nvSpPr>
          <p:cNvPr id="8196" name="页脚占位符 2"/>
          <p:cNvSpPr>
            <a:spLocks noGrp="1"/>
          </p:cNvSpPr>
          <p:nvPr>
            <p:ph type="ftr" sz="quarter"/>
          </p:nvPr>
        </p:nvSpPr>
        <p:spPr>
          <a:xfrm>
            <a:off x="0" y="9723438"/>
            <a:ext cx="3074988" cy="341312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indent="0" algn="ctr" defTabSz="990600"/>
            <a:r>
              <a:rPr lang="en-US" altLang="zh-CN" sz="1100"/>
              <a:t>© </a:t>
            </a:r>
            <a:r>
              <a:rPr lang="zh-CN" altLang="en-US" sz="1100" dirty="0"/>
              <a:t>托普集团 </a:t>
            </a:r>
            <a:r>
              <a:rPr lang="en-US" altLang="zh-CN" sz="1100" dirty="0"/>
              <a:t>2002  ,  </a:t>
            </a:r>
            <a:r>
              <a:rPr lang="zh-CN" altLang="en-US" sz="1100" dirty="0"/>
              <a:t>托普集团中央研究院</a:t>
            </a:r>
            <a:endParaRPr lang="zh-CN" altLang="en-US" sz="1300" dirty="0"/>
          </a:p>
        </p:txBody>
      </p:sp>
      <p:sp>
        <p:nvSpPr>
          <p:cNvPr id="8197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4313" y="9723438"/>
            <a:ext cx="2917825" cy="341312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indent="0" algn="r" defTabSz="990600"/>
            <a:fld id="{9A0DB2DC-4C9A-4742-B13C-FB6460FD3503}" type="slidenum">
              <a:rPr lang="zh-CN" altLang="en-US" sz="1300" dirty="0">
                <a:latin typeface="Arial" panose="020B0604020202020204" pitchFamily="34" charset="0"/>
              </a:rPr>
            </a:fld>
            <a:endParaRPr lang="zh-CN" altLang="en-US" sz="1300" dirty="0">
              <a:latin typeface="Arial" panose="020B0604020202020204" pitchFamily="34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481" name="幻灯片图像占位符 458753"/>
          <p:cNvSpPr>
            <a:spLocks noGrp="1" noRot="1" noChangeAspect="1" noTextEdit="1"/>
          </p:cNvSpPr>
          <p:nvPr>
            <p:ph type="sldImg"/>
          </p:nvPr>
        </p:nvSpPr>
        <p:spPr/>
      </p:sp>
      <p:sp>
        <p:nvSpPr>
          <p:cNvPr id="20482" name="文本占位符 458754"/>
          <p:cNvSpPr>
            <a:spLocks noGrp="1"/>
          </p:cNvSpPr>
          <p:nvPr>
            <p:ph type="body"/>
          </p:nvPr>
        </p:nvSpPr>
        <p:spPr/>
        <p:txBody>
          <a:bodyPr lIns="99040" tIns="49519" rIns="99040" bIns="49519" anchor="t"/>
          <a:lstStyle/>
          <a:p>
            <a:pPr lvl="0" indent="0"/>
            <a:endParaRPr lang="zh-CN" altLang="zh-CN" dirty="0"/>
          </a:p>
        </p:txBody>
      </p:sp>
      <p:sp>
        <p:nvSpPr>
          <p:cNvPr id="20483" name="页眉占位符 1"/>
          <p:cNvSpPr>
            <a:spLocks noGrp="1"/>
          </p:cNvSpPr>
          <p:nvPr>
            <p:ph type="hdr" sz="quarter"/>
          </p:nvPr>
        </p:nvSpPr>
        <p:spPr>
          <a:xfrm>
            <a:off x="0" y="169863"/>
            <a:ext cx="7099300" cy="427037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t"/>
          <a:lstStyle/>
          <a:p>
            <a:pPr lvl="0" indent="0" defTabSz="990600"/>
            <a:r>
              <a:rPr lang="en-US" altLang="zh-CN" sz="1500" dirty="0">
                <a:latin typeface="Times New Roman" panose="02020603050405020304" pitchFamily="18" charset="0"/>
                <a:ea typeface="楷体_GB2312" pitchFamily="49" charset="-122"/>
              </a:rPr>
              <a:t>           </a:t>
            </a:r>
            <a:r>
              <a:rPr lang="zh-CN" altLang="en-US" sz="1500" dirty="0">
                <a:latin typeface="Times New Roman" panose="02020603050405020304" pitchFamily="18" charset="0"/>
                <a:ea typeface="楷体_GB2312" pitchFamily="49" charset="-122"/>
              </a:rPr>
              <a:t>需求活动        	</a:t>
            </a:r>
            <a:r>
              <a:rPr lang="zh-CN" altLang="en-US" sz="1700">
                <a:latin typeface="Times New Roman" panose="02020603050405020304" pitchFamily="18" charset="0"/>
                <a:ea typeface="宋体" panose="02010600030101010101" pitchFamily="2" charset="-122"/>
              </a:rPr>
              <a:t>             </a:t>
            </a:r>
            <a:r>
              <a:rPr lang="en-US" altLang="zh-CN" sz="1500">
                <a:latin typeface="Garamond" panose="02020404030301010803" pitchFamily="18" charset="0"/>
                <a:ea typeface="宋体" panose="02010600030101010101" pitchFamily="2" charset="-122"/>
              </a:rPr>
              <a:t>Software Requirement Engineering  </a:t>
            </a:r>
            <a:r>
              <a:rPr lang="en-US" altLang="zh-CN" sz="1300">
                <a:latin typeface="Garamond" panose="02020404030301010803" pitchFamily="18" charset="0"/>
                <a:ea typeface="宋体" panose="02010600030101010101" pitchFamily="2" charset="-122"/>
              </a:rPr>
              <a:t>V1.0  2002-02-22</a:t>
            </a:r>
            <a:endParaRPr lang="en-US" altLang="zh-CN" sz="1300">
              <a:latin typeface="Garamond" panose="02020404030301010803" pitchFamily="18" charset="0"/>
              <a:ea typeface="宋体" panose="02010600030101010101" pitchFamily="2" charset="-122"/>
            </a:endParaRPr>
          </a:p>
        </p:txBody>
      </p:sp>
      <p:sp>
        <p:nvSpPr>
          <p:cNvPr id="20484" name="页脚占位符 2"/>
          <p:cNvSpPr>
            <a:spLocks noGrp="1"/>
          </p:cNvSpPr>
          <p:nvPr>
            <p:ph type="ftr" sz="quarter"/>
          </p:nvPr>
        </p:nvSpPr>
        <p:spPr>
          <a:xfrm>
            <a:off x="0" y="9723438"/>
            <a:ext cx="3074988" cy="341312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indent="0" algn="ctr" defTabSz="990600"/>
            <a:r>
              <a:rPr lang="en-US" altLang="zh-CN" sz="1100">
                <a:latin typeface="Times New Roman" panose="02020603050405020304" pitchFamily="18" charset="0"/>
                <a:ea typeface="宋体" panose="02010600030101010101" pitchFamily="2" charset="-122"/>
              </a:rPr>
              <a:t>© </a:t>
            </a:r>
            <a:r>
              <a: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</a:rPr>
              <a:t>托普集团 </a:t>
            </a:r>
            <a:r>
              <a:rPr lang="en-US" altLang="zh-CN" sz="1100" dirty="0">
                <a:latin typeface="Times New Roman" panose="02020603050405020304" pitchFamily="18" charset="0"/>
                <a:ea typeface="宋体" panose="02010600030101010101" pitchFamily="2" charset="-122"/>
              </a:rPr>
              <a:t>2002  ,  </a:t>
            </a:r>
            <a:r>
              <a:rPr lang="zh-CN" altLang="en-US" sz="1100" dirty="0">
                <a:latin typeface="Times New Roman" panose="02020603050405020304" pitchFamily="18" charset="0"/>
                <a:ea typeface="宋体" panose="02010600030101010101" pitchFamily="2" charset="-122"/>
              </a:rPr>
              <a:t>托普集团中央研究院</a:t>
            </a:r>
            <a:endParaRPr lang="zh-CN" altLang="en-US" sz="1300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20485" name="灯片编号占位符 3"/>
          <p:cNvSpPr>
            <a:spLocks noGrp="1"/>
          </p:cNvSpPr>
          <p:nvPr>
            <p:ph type="sldNum" sz="quarter"/>
          </p:nvPr>
        </p:nvSpPr>
        <p:spPr>
          <a:xfrm>
            <a:off x="4024313" y="9723438"/>
            <a:ext cx="2917825" cy="341312"/>
          </a:xfrm>
          <a:prstGeom prst="rect">
            <a:avLst/>
          </a:prstGeom>
          <a:noFill/>
          <a:ln w="9525">
            <a:noFill/>
          </a:ln>
        </p:spPr>
        <p:txBody>
          <a:bodyPr lIns="99040" tIns="49519" rIns="99040" bIns="49519" anchor="b"/>
          <a:lstStyle/>
          <a:p>
            <a:pPr lvl="0" indent="0" algn="r" defTabSz="990600"/>
            <a:fld id="{9A0DB2DC-4C9A-4742-B13C-FB6460FD3503}" type="slidenum">
              <a:rPr lang="zh-CN" altLang="en-US" sz="1300" dirty="0">
                <a:latin typeface="Arial" panose="020B0604020202020204" pitchFamily="34" charset="0"/>
                <a:ea typeface="宋体" panose="02010600030101010101" pitchFamily="2" charset="-122"/>
              </a:rPr>
            </a:fld>
            <a:endParaRPr lang="zh-CN" altLang="en-US" sz="1300" dirty="0">
              <a:latin typeface="Arial" panose="020B060402020202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1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2.xml"/></Relationships>
</file>

<file path=ppt/slideLayouts/_rels/slideLayout2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2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3.xml"/></Relationships>
</file>

<file path=ppt/slideLayouts/_rels/slideLayout3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3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4.xml"/></Relationships>
</file>

<file path=ppt/slideLayouts/_rels/slideLayout4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5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_rels/slideLayout6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5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258888" y="4365625"/>
            <a:ext cx="3387645" cy="1511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784805" y="4365625"/>
            <a:ext cx="3387645" cy="15113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67488" y="1700213"/>
            <a:ext cx="2057400" cy="4176712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395288" y="1700213"/>
            <a:ext cx="6052930" cy="417671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0490" cy="46783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341438"/>
            <a:ext cx="3920490" cy="46783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304800"/>
            <a:ext cx="2002234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90631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1979613" y="4292600"/>
            <a:ext cx="2999486" cy="1473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101527" y="4292600"/>
            <a:ext cx="2999486" cy="1473200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40513" y="1773238"/>
            <a:ext cx="2057400" cy="3992562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68313" y="1773238"/>
            <a:ext cx="6052930" cy="3992562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</p:spTree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0490" cy="46783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341438"/>
            <a:ext cx="3920490" cy="46783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304800"/>
            <a:ext cx="2002234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90631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143000" y="1122363"/>
            <a:ext cx="6858000" cy="2387600"/>
          </a:xfrm>
        </p:spPr>
        <p:txBody>
          <a:bodyPr anchor="b"/>
          <a:lstStyle>
            <a:lvl1pPr algn="ctr"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3602038"/>
            <a:ext cx="6858000" cy="1655762"/>
          </a:xfrm>
        </p:spPr>
        <p:txBody>
          <a:bodyPr/>
          <a:lstStyle>
            <a:lvl1pPr marL="0" indent="0" algn="ctr">
              <a:buNone/>
              <a:defRPr sz="180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7400" indent="0" algn="ctr">
              <a:buNone/>
              <a:defRPr sz="1200"/>
            </a:lvl7pPr>
            <a:lvl8pPr marL="2400300" indent="0" algn="ctr">
              <a:buNone/>
              <a:defRPr sz="1200"/>
            </a:lvl8pPr>
            <a:lvl9pPr marL="2743200" indent="0" algn="ctr">
              <a:buNone/>
              <a:defRPr sz="1200"/>
            </a:lvl9pPr>
          </a:lstStyle>
          <a:p>
            <a:pPr fontAlgn="base"/>
            <a:r>
              <a:rPr lang="zh-CN" altLang="en-US" strike="noStrike" noProof="1"/>
              <a:t>单击此处编辑母版副标题样式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3888" y="1709738"/>
            <a:ext cx="7886700" cy="2852737"/>
          </a:xfrm>
        </p:spPr>
        <p:txBody>
          <a:bodyPr anchor="b"/>
          <a:lstStyle>
            <a:lvl1pPr>
              <a:defRPr sz="45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3888" y="4589463"/>
            <a:ext cx="7886700" cy="1500187"/>
          </a:xfrm>
        </p:spPr>
        <p:txBody>
          <a:bodyPr/>
          <a:lstStyle>
            <a:lvl1pPr marL="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566738" y="1341438"/>
            <a:ext cx="3920490" cy="46783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7248" y="1341438"/>
            <a:ext cx="3920490" cy="4678362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365125"/>
            <a:ext cx="7886700" cy="1325563"/>
          </a:xfrm>
        </p:spPr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90081" y="1778438"/>
            <a:ext cx="3655181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90081" y="2665379"/>
            <a:ext cx="3655181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92704" y="1778438"/>
            <a:ext cx="3673182" cy="823912"/>
          </a:xfrm>
        </p:spPr>
        <p:txBody>
          <a:bodyPr anchor="ctr" anchorCtr="0"/>
          <a:lstStyle>
            <a:lvl1pPr marL="0" indent="0">
              <a:buNone/>
              <a:defRPr sz="2100"/>
            </a:lvl1pPr>
            <a:lvl2pPr marL="342900" indent="0">
              <a:buNone/>
              <a:defRPr sz="1800"/>
            </a:lvl2pPr>
            <a:lvl3pPr marL="685800" indent="0">
              <a:buNone/>
              <a:defRPr sz="1500"/>
            </a:lvl3pPr>
            <a:lvl4pPr marL="1028700" indent="0">
              <a:buNone/>
              <a:defRPr sz="1350"/>
            </a:lvl4pPr>
            <a:lvl5pPr marL="1371600" indent="0">
              <a:buNone/>
              <a:defRPr sz="1350"/>
            </a:lvl5pPr>
            <a:lvl6pPr marL="1714500" indent="0">
              <a:buNone/>
              <a:defRPr sz="1350"/>
            </a:lvl6pPr>
            <a:lvl7pPr marL="2057400" indent="0">
              <a:buNone/>
              <a:defRPr sz="1350"/>
            </a:lvl7pPr>
            <a:lvl8pPr marL="2400300" indent="0">
              <a:buNone/>
              <a:defRPr sz="1350"/>
            </a:lvl8pPr>
            <a:lvl9pPr marL="2743200" indent="0">
              <a:buNone/>
              <a:defRPr sz="13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92704" y="2665379"/>
            <a:ext cx="3673182" cy="3524284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2949178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887391" y="987425"/>
            <a:ext cx="4629150" cy="487362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2949178" cy="3811588"/>
          </a:xfrm>
        </p:spPr>
        <p:txBody>
          <a:bodyPr/>
          <a:lstStyle>
            <a:lvl1pPr marL="0" indent="0">
              <a:buNone/>
              <a:defRPr sz="120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7400" indent="0">
              <a:buNone/>
              <a:defRPr sz="750"/>
            </a:lvl7pPr>
            <a:lvl8pPr marL="2400300" indent="0">
              <a:buNone/>
              <a:defRPr sz="750"/>
            </a:lvl8pPr>
            <a:lvl9pPr marL="2743200" indent="0">
              <a:buNone/>
              <a:defRPr sz="7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457200"/>
            <a:ext cx="3124012" cy="1600200"/>
          </a:xfrm>
        </p:spPr>
        <p:txBody>
          <a:bodyPr anchor="b"/>
          <a:lstStyle>
            <a:lvl1pPr>
              <a:defRPr sz="2400"/>
            </a:lvl1pPr>
          </a:lstStyle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3887391" y="457201"/>
            <a:ext cx="4629150" cy="540385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pPr fontAlgn="base"/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9841" y="2057400"/>
            <a:ext cx="3124012" cy="3811588"/>
          </a:xfrm>
        </p:spPr>
        <p:txBody>
          <a:bodyPr/>
          <a:lstStyle>
            <a:lvl1pPr marL="0" indent="0">
              <a:buNone/>
              <a:defRPr sz="1500"/>
            </a:lvl1pPr>
            <a:lvl2pPr marL="342900" indent="0">
              <a:buNone/>
              <a:defRPr sz="1350"/>
            </a:lvl2pPr>
            <a:lvl3pPr marL="685800" indent="0">
              <a:buNone/>
              <a:defRPr sz="1200"/>
            </a:lvl3pPr>
            <a:lvl4pPr marL="1028700" indent="0">
              <a:buNone/>
              <a:defRPr sz="1050"/>
            </a:lvl4pPr>
            <a:lvl5pPr marL="1371600" indent="0">
              <a:buNone/>
              <a:defRPr sz="1050"/>
            </a:lvl5pPr>
            <a:lvl6pPr marL="1714500" indent="0">
              <a:buNone/>
              <a:defRPr sz="1050"/>
            </a:lvl6pPr>
            <a:lvl7pPr marL="2057400" indent="0">
              <a:buNone/>
              <a:defRPr sz="1050"/>
            </a:lvl7pPr>
            <a:lvl8pPr marL="2400300" indent="0">
              <a:buNone/>
              <a:defRPr sz="1050"/>
            </a:lvl8pPr>
            <a:lvl9pPr marL="2743200" indent="0">
              <a:buNone/>
              <a:defRPr sz="1050"/>
            </a:lvl9pPr>
          </a:lstStyle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8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5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573441" y="304800"/>
            <a:ext cx="2002234" cy="5715000"/>
          </a:xfrm>
        </p:spPr>
        <p:txBody>
          <a:bodyPr vert="eaVert"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566738" y="304800"/>
            <a:ext cx="5890631" cy="5715000"/>
          </a:xfrm>
        </p:spPr>
        <p:txBody>
          <a:bodyPr vert="eaVert"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0.xml><?xml version="1.0" encoding="utf-8"?>
<p:sldLayout xmlns:a="http://schemas.openxmlformats.org/drawingml/2006/main" xmlns:r="http://schemas.openxmlformats.org/officeDocument/2006/relationships" xmlns:p="http://schemas.openxmlformats.org/presentationml/2006/main" type="tbl" preserve="1">
  <p:cSld name="标题和表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表格占位符 2"/>
          <p:cNvSpPr>
            <a:spLocks noGrp="1"/>
          </p:cNvSpPr>
          <p:nvPr>
            <p:ph type="tbl" idx="1"/>
          </p:nvPr>
        </p:nvSpPr>
        <p:spPr/>
        <p:txBody>
          <a:bodyPr/>
          <a:lstStyle/>
          <a:p>
            <a:pPr fontAlgn="base"/>
            <a:endParaRPr lang="zh-CN" altLang="en-US" strike="noStrike" noProof="1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Layouts/slideLayout61.xml><?xml version="1.0" encoding="utf-8"?>
<p:sldLayout xmlns:a="http://schemas.openxmlformats.org/drawingml/2006/main" xmlns:r="http://schemas.openxmlformats.org/officeDocument/2006/relationships" xmlns:p="http://schemas.openxmlformats.org/presentationml/2006/main" type="objOverTx" preserve="1">
  <p:cSld name="标题和内容在文本之上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fontAlgn="base"/>
            <a:r>
              <a:rPr lang="zh-CN" altLang="en-US" strike="noStrike" noProof="1"/>
              <a:t>单击此处编辑母版标题样式</a:t>
            </a:r>
            <a:endParaRPr lang="zh-CN" altLang="en-US" strike="noStrike" noProof="1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825625"/>
            <a:ext cx="7886700" cy="2098675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4076700"/>
            <a:ext cx="7886700" cy="2100263"/>
          </a:xfrm>
        </p:spPr>
        <p:txBody>
          <a:bodyPr/>
          <a:lstStyle/>
          <a:p>
            <a:pPr lvl="0" fontAlgn="base"/>
            <a:r>
              <a:rPr lang="zh-CN" altLang="en-US" strike="noStrike" noProof="1"/>
              <a:t>单击此处编辑母版文本样式</a:t>
            </a:r>
            <a:endParaRPr lang="zh-CN" altLang="en-US" strike="noStrike" noProof="1"/>
          </a:p>
          <a:p>
            <a:pPr lvl="1" fontAlgn="base"/>
            <a:r>
              <a:rPr lang="zh-CN" altLang="en-US" strike="noStrike" noProof="1"/>
              <a:t>第二级</a:t>
            </a:r>
            <a:endParaRPr lang="zh-CN" altLang="en-US" strike="noStrike" noProof="1"/>
          </a:p>
          <a:p>
            <a:pPr lvl="2" fontAlgn="base"/>
            <a:r>
              <a:rPr lang="zh-CN" altLang="en-US" strike="noStrike" noProof="1"/>
              <a:t>第三级</a:t>
            </a:r>
            <a:endParaRPr lang="zh-CN" altLang="en-US" strike="noStrike" noProof="1"/>
          </a:p>
          <a:p>
            <a:pPr lvl="3" fontAlgn="base"/>
            <a:r>
              <a:rPr lang="zh-CN" altLang="en-US" strike="noStrike" noProof="1"/>
              <a:t>第四级</a:t>
            </a:r>
            <a:endParaRPr lang="zh-CN" altLang="en-US" strike="noStrike" noProof="1"/>
          </a:p>
          <a:p>
            <a:pPr lvl="4" fontAlgn="base"/>
            <a:r>
              <a:rPr lang="zh-CN" altLang="en-US" strike="noStrike" noProof="1"/>
              <a:t>第五级</a:t>
            </a:r>
            <a:endParaRPr lang="zh-CN" altLang="en-US" strike="noStrike" noProof="1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_rels/slideMaster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20.xml"/><Relationship Id="rId8" Type="http://schemas.openxmlformats.org/officeDocument/2006/relationships/slideLayout" Target="../slideLayouts/slideLayout19.xml"/><Relationship Id="rId7" Type="http://schemas.openxmlformats.org/officeDocument/2006/relationships/slideLayout" Target="../slideLayouts/slideLayout18.xml"/><Relationship Id="rId6" Type="http://schemas.openxmlformats.org/officeDocument/2006/relationships/slideLayout" Target="../slideLayouts/slideLayout17.xml"/><Relationship Id="rId5" Type="http://schemas.openxmlformats.org/officeDocument/2006/relationships/slideLayout" Target="../slideLayouts/slideLayout16.xml"/><Relationship Id="rId4" Type="http://schemas.openxmlformats.org/officeDocument/2006/relationships/slideLayout" Target="../slideLayouts/slideLayout15.xml"/><Relationship Id="rId3" Type="http://schemas.openxmlformats.org/officeDocument/2006/relationships/slideLayout" Target="../slideLayouts/slideLayout14.xml"/><Relationship Id="rId2" Type="http://schemas.openxmlformats.org/officeDocument/2006/relationships/slideLayout" Target="../slideLayouts/slideLayout13.xml"/><Relationship Id="rId15" Type="http://schemas.openxmlformats.org/officeDocument/2006/relationships/theme" Target="../theme/theme2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24.xml"/><Relationship Id="rId12" Type="http://schemas.openxmlformats.org/officeDocument/2006/relationships/slideLayout" Target="../slideLayouts/slideLayout23.xml"/><Relationship Id="rId11" Type="http://schemas.openxmlformats.org/officeDocument/2006/relationships/slideLayout" Target="../slideLayouts/slideLayout22.xml"/><Relationship Id="rId10" Type="http://schemas.openxmlformats.org/officeDocument/2006/relationships/slideLayout" Target="../slideLayouts/slideLayout21.xml"/><Relationship Id="rId1" Type="http://schemas.openxmlformats.org/officeDocument/2006/relationships/slideLayout" Target="../slideLayouts/slideLayout12.xml"/></Relationships>
</file>

<file path=ppt/slideMasters/_rels/slideMaster3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33.xml"/><Relationship Id="rId8" Type="http://schemas.openxmlformats.org/officeDocument/2006/relationships/slideLayout" Target="../slideLayouts/slideLayout32.xml"/><Relationship Id="rId7" Type="http://schemas.openxmlformats.org/officeDocument/2006/relationships/slideLayout" Target="../slideLayouts/slideLayout31.xml"/><Relationship Id="rId6" Type="http://schemas.openxmlformats.org/officeDocument/2006/relationships/slideLayout" Target="../slideLayouts/slideLayout30.xml"/><Relationship Id="rId5" Type="http://schemas.openxmlformats.org/officeDocument/2006/relationships/slideLayout" Target="../slideLayouts/slideLayout29.xml"/><Relationship Id="rId4" Type="http://schemas.openxmlformats.org/officeDocument/2006/relationships/slideLayout" Target="../slideLayouts/slideLayout28.xml"/><Relationship Id="rId3" Type="http://schemas.openxmlformats.org/officeDocument/2006/relationships/slideLayout" Target="../slideLayouts/slideLayout27.xml"/><Relationship Id="rId2" Type="http://schemas.openxmlformats.org/officeDocument/2006/relationships/slideLayout" Target="../slideLayouts/slideLayout26.xml"/><Relationship Id="rId13" Type="http://schemas.openxmlformats.org/officeDocument/2006/relationships/theme" Target="../theme/theme3.xml"/><Relationship Id="rId12" Type="http://schemas.openxmlformats.org/officeDocument/2006/relationships/image" Target="../media/image1.png"/><Relationship Id="rId11" Type="http://schemas.openxmlformats.org/officeDocument/2006/relationships/slideLayout" Target="../slideLayouts/slideLayout35.xml"/><Relationship Id="rId10" Type="http://schemas.openxmlformats.org/officeDocument/2006/relationships/slideLayout" Target="../slideLayouts/slideLayout34.xml"/><Relationship Id="rId1" Type="http://schemas.openxmlformats.org/officeDocument/2006/relationships/slideLayout" Target="../slideLayouts/slideLayout25.xml"/></Relationships>
</file>

<file path=ppt/slideMasters/_rels/slideMaster4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44.xml"/><Relationship Id="rId8" Type="http://schemas.openxmlformats.org/officeDocument/2006/relationships/slideLayout" Target="../slideLayouts/slideLayout43.xml"/><Relationship Id="rId7" Type="http://schemas.openxmlformats.org/officeDocument/2006/relationships/slideLayout" Target="../slideLayouts/slideLayout42.xml"/><Relationship Id="rId6" Type="http://schemas.openxmlformats.org/officeDocument/2006/relationships/slideLayout" Target="../slideLayouts/slideLayout41.xml"/><Relationship Id="rId5" Type="http://schemas.openxmlformats.org/officeDocument/2006/relationships/slideLayout" Target="../slideLayouts/slideLayout40.xml"/><Relationship Id="rId4" Type="http://schemas.openxmlformats.org/officeDocument/2006/relationships/slideLayout" Target="../slideLayouts/slideLayout39.xml"/><Relationship Id="rId3" Type="http://schemas.openxmlformats.org/officeDocument/2006/relationships/slideLayout" Target="../slideLayouts/slideLayout38.xml"/><Relationship Id="rId2" Type="http://schemas.openxmlformats.org/officeDocument/2006/relationships/slideLayout" Target="../slideLayouts/slideLayout37.xml"/><Relationship Id="rId15" Type="http://schemas.openxmlformats.org/officeDocument/2006/relationships/theme" Target="../theme/theme4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48.xml"/><Relationship Id="rId12" Type="http://schemas.openxmlformats.org/officeDocument/2006/relationships/slideLayout" Target="../slideLayouts/slideLayout47.xml"/><Relationship Id="rId11" Type="http://schemas.openxmlformats.org/officeDocument/2006/relationships/slideLayout" Target="../slideLayouts/slideLayout46.xml"/><Relationship Id="rId10" Type="http://schemas.openxmlformats.org/officeDocument/2006/relationships/slideLayout" Target="../slideLayouts/slideLayout45.xml"/><Relationship Id="rId1" Type="http://schemas.openxmlformats.org/officeDocument/2006/relationships/slideLayout" Target="../slideLayouts/slideLayout36.xml"/></Relationships>
</file>

<file path=ppt/slideMasters/_rels/slideMaster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57.xml"/><Relationship Id="rId8" Type="http://schemas.openxmlformats.org/officeDocument/2006/relationships/slideLayout" Target="../slideLayouts/slideLayout56.xml"/><Relationship Id="rId7" Type="http://schemas.openxmlformats.org/officeDocument/2006/relationships/slideLayout" Target="../slideLayouts/slideLayout55.xml"/><Relationship Id="rId6" Type="http://schemas.openxmlformats.org/officeDocument/2006/relationships/slideLayout" Target="../slideLayouts/slideLayout54.xml"/><Relationship Id="rId5" Type="http://schemas.openxmlformats.org/officeDocument/2006/relationships/slideLayout" Target="../slideLayouts/slideLayout53.xml"/><Relationship Id="rId4" Type="http://schemas.openxmlformats.org/officeDocument/2006/relationships/slideLayout" Target="../slideLayouts/slideLayout52.xml"/><Relationship Id="rId3" Type="http://schemas.openxmlformats.org/officeDocument/2006/relationships/slideLayout" Target="../slideLayouts/slideLayout51.xml"/><Relationship Id="rId2" Type="http://schemas.openxmlformats.org/officeDocument/2006/relationships/slideLayout" Target="../slideLayouts/slideLayout50.xml"/><Relationship Id="rId15" Type="http://schemas.openxmlformats.org/officeDocument/2006/relationships/theme" Target="../theme/theme5.xml"/><Relationship Id="rId14" Type="http://schemas.openxmlformats.org/officeDocument/2006/relationships/image" Target="../media/image1.png"/><Relationship Id="rId13" Type="http://schemas.openxmlformats.org/officeDocument/2006/relationships/slideLayout" Target="../slideLayouts/slideLayout61.xml"/><Relationship Id="rId12" Type="http://schemas.openxmlformats.org/officeDocument/2006/relationships/slideLayout" Target="../slideLayouts/slideLayout60.xml"/><Relationship Id="rId11" Type="http://schemas.openxmlformats.org/officeDocument/2006/relationships/slideLayout" Target="../slideLayouts/slideLayout59.xml"/><Relationship Id="rId10" Type="http://schemas.openxmlformats.org/officeDocument/2006/relationships/slideLayout" Target="../slideLayouts/slideLayout58.xml"/><Relationship Id="rId1" Type="http://schemas.openxmlformats.org/officeDocument/2006/relationships/slideLayout" Target="../slideLayouts/slideLayout4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6" name="标题 139265"/>
          <p:cNvSpPr>
            <a:spLocks noGrp="1"/>
          </p:cNvSpPr>
          <p:nvPr>
            <p:ph type="title"/>
          </p:nvPr>
        </p:nvSpPr>
        <p:spPr>
          <a:xfrm>
            <a:off x="395288" y="1700213"/>
            <a:ext cx="8229600" cy="11430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1027" name="矩形 139266"/>
          <p:cNvSpPr/>
          <p:nvPr/>
        </p:nvSpPr>
        <p:spPr>
          <a:xfrm>
            <a:off x="5724525" y="1484313"/>
            <a:ext cx="2879725" cy="144462"/>
          </a:xfrm>
          <a:prstGeom prst="rect">
            <a:avLst/>
          </a:prstGeom>
          <a:solidFill>
            <a:srgbClr val="003366"/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8" name="矩形 139267"/>
          <p:cNvSpPr/>
          <p:nvPr/>
        </p:nvSpPr>
        <p:spPr>
          <a:xfrm>
            <a:off x="395288" y="1484313"/>
            <a:ext cx="5400675" cy="144462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29" name="矩形 139268"/>
          <p:cNvSpPr/>
          <p:nvPr/>
        </p:nvSpPr>
        <p:spPr>
          <a:xfrm>
            <a:off x="395288" y="2997200"/>
            <a:ext cx="2592387" cy="144463"/>
          </a:xfrm>
          <a:prstGeom prst="rect">
            <a:avLst/>
          </a:prstGeom>
          <a:solidFill>
            <a:srgbClr val="003366"/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0" name="矩形 139269"/>
          <p:cNvSpPr/>
          <p:nvPr/>
        </p:nvSpPr>
        <p:spPr>
          <a:xfrm>
            <a:off x="2843213" y="2997200"/>
            <a:ext cx="5761037" cy="144463"/>
          </a:xfrm>
          <a:prstGeom prst="rect">
            <a:avLst/>
          </a:prstGeom>
          <a:solidFill>
            <a:schemeClr val="bg1"/>
          </a:solidFill>
          <a:ln w="9525" cap="flat" cmpd="sng">
            <a:solidFill>
              <a:srgbClr val="003366"/>
            </a:solidFill>
            <a:prstDash val="solid"/>
            <a:miter/>
            <a:headEnd type="none" w="med" len="med"/>
            <a:tailEnd type="none" w="med" len="med"/>
          </a:ln>
        </p:spPr>
        <p:txBody>
          <a:bodyPr anchor="t"/>
          <a:lstStyle/>
          <a:p>
            <a:pPr lvl="0" indent="0"/>
            <a:endParaRPr lang="zh-CN" altLang="en-US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  <p:sp>
        <p:nvSpPr>
          <p:cNvPr id="1031" name="文本占位符 139270"/>
          <p:cNvSpPr>
            <a:spLocks noGrp="1"/>
          </p:cNvSpPr>
          <p:nvPr>
            <p:ph type="body"/>
          </p:nvPr>
        </p:nvSpPr>
        <p:spPr>
          <a:xfrm>
            <a:off x="1258888" y="4365625"/>
            <a:ext cx="6913562" cy="15113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zh-CN" dirty="0"/>
              <a:t>Click to edit Master text styles</a:t>
            </a:r>
            <a:endParaRPr lang="en-US" altLang="zh-CN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ctr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1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None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2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40289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8207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1" name="文本占位符 140290"/>
          <p:cNvSpPr>
            <a:spLocks noGrp="1"/>
          </p:cNvSpPr>
          <p:nvPr>
            <p:ph type="body"/>
          </p:nvPr>
        </p:nvSpPr>
        <p:spPr>
          <a:xfrm>
            <a:off x="566738" y="1341438"/>
            <a:ext cx="8001000" cy="46783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469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436245"/>
            <a:r>
              <a:rPr lang="en-US" altLang="zh-CN" dirty="0"/>
              <a:t>Second level</a:t>
            </a:r>
            <a:endParaRPr lang="en-US" altLang="zh-CN" dirty="0"/>
          </a:p>
          <a:p>
            <a:pPr lvl="2" indent="-394970"/>
            <a:r>
              <a:rPr lang="en-US" altLang="zh-CN" dirty="0"/>
              <a:t>Third level</a:t>
            </a:r>
            <a:endParaRPr lang="en-US" altLang="zh-CN" dirty="0"/>
          </a:p>
          <a:p>
            <a:pPr lvl="3" indent="-387350"/>
            <a:r>
              <a:rPr lang="en-US" altLang="zh-CN" dirty="0"/>
              <a:t>Fourth level</a:t>
            </a:r>
            <a:endParaRPr lang="en-US" altLang="zh-CN" dirty="0"/>
          </a:p>
          <a:p>
            <a:pPr lvl="4" indent="-39878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052" name="任意多边形 140291"/>
          <p:cNvSpPr/>
          <p:nvPr/>
        </p:nvSpPr>
        <p:spPr>
          <a:xfrm>
            <a:off x="609600" y="1198563"/>
            <a:ext cx="7958138" cy="69850"/>
          </a:xfrm>
          <a:custGeom>
            <a:avLst/>
            <a:gdLst/>
            <a:ahLst/>
            <a:cxnLst/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" name="直接连接符 140292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0294" name="日期占位符 140293"/>
          <p:cNvSpPr>
            <a:spLocks noGrp="1"/>
          </p:cNvSpPr>
          <p:nvPr>
            <p:ph type="dt" sz="half" idx="2"/>
          </p:nvPr>
        </p:nvSpPr>
        <p:spPr>
          <a:xfrm>
            <a:off x="3779838" y="6237288"/>
            <a:ext cx="1655763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140295" name="页脚占位符 140294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1376363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140296" name="灯片编号占位符 140295"/>
          <p:cNvSpPr>
            <a:spLocks noGrp="1"/>
          </p:cNvSpPr>
          <p:nvPr>
            <p:ph type="sldNum" sz="quarter" idx="4"/>
          </p:nvPr>
        </p:nvSpPr>
        <p:spPr>
          <a:xfrm>
            <a:off x="7019925" y="6245225"/>
            <a:ext cx="15144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pic>
        <p:nvPicPr>
          <p:cNvPr id="2057" name="图片 140298" descr="华迪标志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6438" y="0"/>
            <a:ext cx="208756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  <p:hf sldNum="0" hdr="0" ft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•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▪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3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74" name="标题 141313"/>
          <p:cNvSpPr>
            <a:spLocks noGrp="1"/>
          </p:cNvSpPr>
          <p:nvPr>
            <p:ph type="title"/>
          </p:nvPr>
        </p:nvSpPr>
        <p:spPr>
          <a:xfrm>
            <a:off x="468313" y="1773238"/>
            <a:ext cx="8229600" cy="1943100"/>
          </a:xfrm>
          <a:prstGeom prst="rect">
            <a:avLst/>
          </a:prstGeom>
          <a:noFill/>
          <a:ln w="9525">
            <a:noFill/>
          </a:ln>
        </p:spPr>
        <p:txBody>
          <a:bodyPr anchor="ctr"/>
          <a:lstStyle/>
          <a:p>
            <a:pPr lvl="0" indent="0"/>
            <a:r>
              <a:rPr lang="en-US" altLang="zh-CN" dirty="0"/>
              <a:t>Click to edit Chapter title style</a:t>
            </a:r>
            <a:endParaRPr lang="en-US" altLang="zh-CN" dirty="0"/>
          </a:p>
        </p:txBody>
      </p:sp>
      <p:sp>
        <p:nvSpPr>
          <p:cNvPr id="3075" name="文本占位符 141314"/>
          <p:cNvSpPr>
            <a:spLocks noGrp="1"/>
          </p:cNvSpPr>
          <p:nvPr>
            <p:ph type="body"/>
          </p:nvPr>
        </p:nvSpPr>
        <p:spPr>
          <a:xfrm>
            <a:off x="1979613" y="4292600"/>
            <a:ext cx="6121400" cy="1473200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342900"/>
            <a:r>
              <a:rPr lang="en-US" altLang="zh-CN" dirty="0"/>
              <a:t>Click to edit Chapter Description text styles</a:t>
            </a:r>
            <a:endParaRPr lang="en-US" altLang="zh-CN" dirty="0"/>
          </a:p>
          <a:p>
            <a:pPr lvl="1" indent="-285750"/>
            <a:r>
              <a:rPr lang="en-US" altLang="zh-CN" dirty="0"/>
              <a:t>Second level</a:t>
            </a:r>
            <a:endParaRPr lang="en-US" altLang="zh-CN" dirty="0"/>
          </a:p>
        </p:txBody>
      </p:sp>
      <p:sp>
        <p:nvSpPr>
          <p:cNvPr id="3076" name="直接连接符 141315"/>
          <p:cNvSpPr/>
          <p:nvPr/>
        </p:nvSpPr>
        <p:spPr>
          <a:xfrm>
            <a:off x="468313" y="1628775"/>
            <a:ext cx="8207375" cy="0"/>
          </a:xfrm>
          <a:prstGeom prst="line">
            <a:avLst/>
          </a:prstGeom>
          <a:ln w="76200" cap="flat" cmpd="sng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3077" name="直接连接符 141316"/>
          <p:cNvSpPr/>
          <p:nvPr/>
        </p:nvSpPr>
        <p:spPr>
          <a:xfrm>
            <a:off x="468313" y="3933825"/>
            <a:ext cx="8207375" cy="0"/>
          </a:xfrm>
          <a:prstGeom prst="line">
            <a:avLst/>
          </a:prstGeom>
          <a:ln w="9525" cap="flat" cmpd="sng">
            <a:solidFill>
              <a:srgbClr val="003366"/>
            </a:solidFill>
            <a:prstDash val="solid"/>
            <a:round/>
            <a:headEnd type="none" w="med" len="med"/>
            <a:tailEnd type="none" w="med" len="med"/>
          </a:ln>
        </p:spPr>
      </p:sp>
      <p:pic>
        <p:nvPicPr>
          <p:cNvPr id="3078" name="图片 141318" descr="华迪标志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7056438" y="0"/>
            <a:ext cx="208756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75" r:id="rId1"/>
    <p:sldLayoutId id="2147483676" r:id="rId2"/>
    <p:sldLayoutId id="2147483677" r:id="rId3"/>
    <p:sldLayoutId id="2147483678" r:id="rId4"/>
    <p:sldLayoutId id="2147483679" r:id="rId5"/>
    <p:sldLayoutId id="2147483680" r:id="rId6"/>
    <p:sldLayoutId id="2147483681" r:id="rId7"/>
    <p:sldLayoutId id="2147483682" r:id="rId8"/>
    <p:sldLayoutId id="2147483683" r:id="rId9"/>
    <p:sldLayoutId id="2147483684" r:id="rId10"/>
    <p:sldLayoutId id="2147483685" r:id="rId11"/>
  </p:sldLayoutIdLst>
  <p:hf sldNum="0" hdr="0" ftr="0" dt="0"/>
  <p:txStyles>
    <p:titleStyle>
      <a:lvl1pPr marL="0" lvl="0" indent="0" algn="ctr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4400" b="1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342900" lvl="0" indent="-342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32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742950" lvl="1" indent="-2857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8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143000" lvl="2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•"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00200" lvl="3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–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57400" lvl="4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har char="»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4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98" name="标题 140289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8207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4099" name="文本占位符 140290"/>
          <p:cNvSpPr>
            <a:spLocks noGrp="1"/>
          </p:cNvSpPr>
          <p:nvPr>
            <p:ph type="body"/>
          </p:nvPr>
        </p:nvSpPr>
        <p:spPr>
          <a:xfrm>
            <a:off x="566738" y="1341438"/>
            <a:ext cx="8001000" cy="46783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469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436245"/>
            <a:r>
              <a:rPr lang="en-US" altLang="zh-CN" dirty="0"/>
              <a:t>Second level</a:t>
            </a:r>
            <a:endParaRPr lang="en-US" altLang="zh-CN" dirty="0"/>
          </a:p>
          <a:p>
            <a:pPr lvl="2" indent="-394970"/>
            <a:r>
              <a:rPr lang="en-US" altLang="zh-CN" dirty="0"/>
              <a:t>Third level</a:t>
            </a:r>
            <a:endParaRPr lang="en-US" altLang="zh-CN" dirty="0"/>
          </a:p>
          <a:p>
            <a:pPr lvl="3" indent="-387350"/>
            <a:r>
              <a:rPr lang="en-US" altLang="zh-CN" dirty="0"/>
              <a:t>Fourth level</a:t>
            </a:r>
            <a:endParaRPr lang="en-US" altLang="zh-CN" dirty="0"/>
          </a:p>
          <a:p>
            <a:pPr lvl="4" indent="-39878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4100" name="任意多边形 140291"/>
          <p:cNvSpPr/>
          <p:nvPr/>
        </p:nvSpPr>
        <p:spPr>
          <a:xfrm>
            <a:off x="609600" y="1198563"/>
            <a:ext cx="7958138" cy="69850"/>
          </a:xfrm>
          <a:custGeom>
            <a:avLst/>
            <a:gdLst/>
            <a:ahLst/>
            <a:cxnLst/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4101" name="直接连接符 140292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0294" name="日期占位符 140293"/>
          <p:cNvSpPr>
            <a:spLocks noGrp="1"/>
          </p:cNvSpPr>
          <p:nvPr>
            <p:ph type="dt" sz="half" idx="2"/>
          </p:nvPr>
        </p:nvSpPr>
        <p:spPr>
          <a:xfrm>
            <a:off x="3779838" y="6237288"/>
            <a:ext cx="1655763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140295" name="页脚占位符 140294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1376363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140296" name="灯片编号占位符 140295"/>
          <p:cNvSpPr>
            <a:spLocks noGrp="1"/>
          </p:cNvSpPr>
          <p:nvPr>
            <p:ph type="sldNum" sz="quarter" idx="4"/>
          </p:nvPr>
        </p:nvSpPr>
        <p:spPr>
          <a:xfrm>
            <a:off x="7019925" y="6245225"/>
            <a:ext cx="15144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pic>
        <p:nvPicPr>
          <p:cNvPr id="4105" name="图片 140298" descr="华迪标志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6438" y="0"/>
            <a:ext cx="208756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687" r:id="rId1"/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  <p:hf sldNum="0" hdr="0" ft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•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▪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Masters/slideMaster5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50" name="标题 140289"/>
          <p:cNvSpPr>
            <a:spLocks noGrp="1"/>
          </p:cNvSpPr>
          <p:nvPr>
            <p:ph type="title"/>
          </p:nvPr>
        </p:nvSpPr>
        <p:spPr>
          <a:xfrm>
            <a:off x="574675" y="304800"/>
            <a:ext cx="8001000" cy="820738"/>
          </a:xfrm>
          <a:prstGeom prst="rect">
            <a:avLst/>
          </a:prstGeom>
          <a:noFill/>
          <a:ln w="9525">
            <a:noFill/>
          </a:ln>
        </p:spPr>
        <p:txBody>
          <a:bodyPr anchor="b"/>
          <a:lstStyle/>
          <a:p>
            <a:pPr lvl="0" indent="0"/>
            <a:r>
              <a:rPr lang="en-US" altLang="zh-CN" dirty="0"/>
              <a:t>Click to edit Master title style</a:t>
            </a:r>
            <a:endParaRPr lang="en-US" altLang="zh-CN" dirty="0"/>
          </a:p>
        </p:txBody>
      </p:sp>
      <p:sp>
        <p:nvSpPr>
          <p:cNvPr id="2051" name="文本占位符 140290"/>
          <p:cNvSpPr>
            <a:spLocks noGrp="1"/>
          </p:cNvSpPr>
          <p:nvPr>
            <p:ph type="body"/>
          </p:nvPr>
        </p:nvSpPr>
        <p:spPr>
          <a:xfrm>
            <a:off x="566738" y="1341438"/>
            <a:ext cx="8001000" cy="4678362"/>
          </a:xfrm>
          <a:prstGeom prst="rect">
            <a:avLst/>
          </a:prstGeom>
          <a:noFill/>
          <a:ln w="9525">
            <a:noFill/>
          </a:ln>
        </p:spPr>
        <p:txBody>
          <a:bodyPr anchor="t"/>
          <a:lstStyle/>
          <a:p>
            <a:pPr lvl="0" indent="-469900"/>
            <a:r>
              <a:rPr lang="en-US" altLang="zh-CN" dirty="0"/>
              <a:t>Click to edit Master text styles</a:t>
            </a:r>
            <a:endParaRPr lang="en-US" altLang="zh-CN" dirty="0"/>
          </a:p>
          <a:p>
            <a:pPr lvl="1" indent="-436245"/>
            <a:r>
              <a:rPr lang="en-US" altLang="zh-CN" dirty="0"/>
              <a:t>Second level</a:t>
            </a:r>
            <a:endParaRPr lang="en-US" altLang="zh-CN" dirty="0"/>
          </a:p>
          <a:p>
            <a:pPr lvl="2" indent="-394970"/>
            <a:r>
              <a:rPr lang="en-US" altLang="zh-CN" dirty="0"/>
              <a:t>Third level</a:t>
            </a:r>
            <a:endParaRPr lang="en-US" altLang="zh-CN" dirty="0"/>
          </a:p>
          <a:p>
            <a:pPr lvl="3" indent="-387350"/>
            <a:r>
              <a:rPr lang="en-US" altLang="zh-CN" dirty="0"/>
              <a:t>Fourth level</a:t>
            </a:r>
            <a:endParaRPr lang="en-US" altLang="zh-CN" dirty="0"/>
          </a:p>
          <a:p>
            <a:pPr lvl="4" indent="-398780"/>
            <a:r>
              <a:rPr lang="en-US" altLang="zh-CN" dirty="0"/>
              <a:t>Fifth level</a:t>
            </a:r>
            <a:endParaRPr lang="en-US" altLang="zh-CN" dirty="0"/>
          </a:p>
        </p:txBody>
      </p:sp>
      <p:sp>
        <p:nvSpPr>
          <p:cNvPr id="2052" name="任意多边形 140291"/>
          <p:cNvSpPr/>
          <p:nvPr/>
        </p:nvSpPr>
        <p:spPr>
          <a:xfrm>
            <a:off x="609600" y="1198563"/>
            <a:ext cx="7958138" cy="69850"/>
          </a:xfrm>
          <a:custGeom>
            <a:avLst/>
            <a:gdLst/>
            <a:ahLst/>
            <a:cxnLst/>
            <a:rect l="0" t="0" r="0" b="0"/>
            <a:pathLst>
              <a:path w="1000" h="1000" stroke="0">
                <a:moveTo>
                  <a:pt x="0" y="0"/>
                </a:moveTo>
                <a:lnTo>
                  <a:pt x="585" y="0"/>
                </a:lnTo>
                <a:lnTo>
                  <a:pt x="585" y="1000"/>
                </a:lnTo>
                <a:lnTo>
                  <a:pt x="0" y="1000"/>
                </a:lnTo>
                <a:close/>
              </a:path>
              <a:path w="1000" h="1000">
                <a:moveTo>
                  <a:pt x="0" y="0"/>
                </a:moveTo>
                <a:lnTo>
                  <a:pt x="1000" y="0"/>
                </a:lnTo>
              </a:path>
            </a:pathLst>
          </a:custGeom>
          <a:solidFill>
            <a:schemeClr val="folHlink"/>
          </a:solidFill>
          <a:ln w="952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  <p:txBody>
          <a:bodyPr/>
          <a:lstStyle/>
          <a:p>
            <a:endParaRPr lang="zh-CN" altLang="en-US"/>
          </a:p>
        </p:txBody>
      </p:sp>
      <p:sp>
        <p:nvSpPr>
          <p:cNvPr id="2053" name="直接连接符 140292"/>
          <p:cNvSpPr/>
          <p:nvPr/>
        </p:nvSpPr>
        <p:spPr>
          <a:xfrm flipV="1">
            <a:off x="609600" y="6172200"/>
            <a:ext cx="7924800" cy="0"/>
          </a:xfrm>
          <a:prstGeom prst="line">
            <a:avLst/>
          </a:prstGeom>
          <a:ln w="3175" cap="flat" cmpd="sng">
            <a:solidFill>
              <a:schemeClr val="folHlink"/>
            </a:solidFill>
            <a:prstDash val="solid"/>
            <a:round/>
            <a:headEnd type="none" w="med" len="med"/>
            <a:tailEnd type="none" w="med" len="med"/>
          </a:ln>
        </p:spPr>
      </p:sp>
      <p:sp>
        <p:nvSpPr>
          <p:cNvPr id="140294" name="日期占位符 140293"/>
          <p:cNvSpPr>
            <a:spLocks noGrp="1"/>
          </p:cNvSpPr>
          <p:nvPr>
            <p:ph type="dt" sz="half" idx="2"/>
          </p:nvPr>
        </p:nvSpPr>
        <p:spPr>
          <a:xfrm>
            <a:off x="3779838" y="6237288"/>
            <a:ext cx="1655763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sp>
        <p:nvSpPr>
          <p:cNvPr id="140295" name="页脚占位符 140294"/>
          <p:cNvSpPr>
            <a:spLocks noGrp="1"/>
          </p:cNvSpPr>
          <p:nvPr>
            <p:ph type="ftr" sz="quarter" idx="3"/>
          </p:nvPr>
        </p:nvSpPr>
        <p:spPr>
          <a:xfrm>
            <a:off x="609600" y="6248400"/>
            <a:ext cx="1376363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ct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r>
              <a:rPr lang="zh-CN" altLang="en-US" strike="noStrike" noProof="1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  <a:t>Hwadee</a:t>
            </a:r>
            <a:endParaRPr lang="zh-CN" altLang="en-US" strike="noStrike" noProof="1"/>
          </a:p>
        </p:txBody>
      </p:sp>
      <p:sp>
        <p:nvSpPr>
          <p:cNvPr id="140296" name="灯片编号占位符 140295"/>
          <p:cNvSpPr>
            <a:spLocks noGrp="1"/>
          </p:cNvSpPr>
          <p:nvPr>
            <p:ph type="sldNum" sz="quarter" idx="4"/>
          </p:nvPr>
        </p:nvSpPr>
        <p:spPr>
          <a:xfrm>
            <a:off x="7019925" y="6245225"/>
            <a:ext cx="1514475" cy="476250"/>
          </a:xfrm>
          <a:prstGeom prst="rect">
            <a:avLst/>
          </a:prstGeom>
          <a:noFill/>
          <a:ln w="9525">
            <a:noFill/>
          </a:ln>
        </p:spPr>
        <p:txBody>
          <a:bodyPr/>
          <a:lstStyle>
            <a:lvl1pPr algn="r">
              <a:defRPr sz="1200">
                <a:latin typeface="Verdana" panose="020B0604030504040204" pitchFamily="34" charset="0"/>
              </a:defRPr>
            </a:lvl1pPr>
          </a:lstStyle>
          <a:p>
            <a:pPr lvl="0" fontAlgn="base">
              <a:buClrTx/>
            </a:pPr>
            <a:fld id="{9A0DB2DC-4C9A-4742-B13C-FB6460FD3503}" type="slidenum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  <p:pic>
        <p:nvPicPr>
          <p:cNvPr id="2057" name="图片 140298" descr="华迪标志"/>
          <p:cNvPicPr>
            <a:picLocks noChangeAspect="1"/>
          </p:cNvPicPr>
          <p:nvPr/>
        </p:nvPicPr>
        <p:blipFill>
          <a:blip r:embed="rId14"/>
          <a:stretch>
            <a:fillRect/>
          </a:stretch>
        </p:blipFill>
        <p:spPr>
          <a:xfrm>
            <a:off x="7056438" y="0"/>
            <a:ext cx="2087562" cy="549275"/>
          </a:xfrm>
          <a:prstGeom prst="rect">
            <a:avLst/>
          </a:prstGeom>
          <a:noFill/>
          <a:ln w="9525">
            <a:noFill/>
          </a:ln>
        </p:spPr>
      </p:pic>
    </p:spTree>
  </p:cSld>
  <p:clrMap bg1="lt1" tx1="dk1" bg2="lt2" tx2="dk2" accent1="accent1" accent2="accent2" accent3="accent3" accent4="accent4" accent5="accent5" accent6="accent6" hlink="hlink" folHlink="folHlink"/>
  <p:sldLayoutIdLst>
    <p:sldLayoutId id="2147483701" r:id="rId1"/>
    <p:sldLayoutId id="2147483702" r:id="rId2"/>
    <p:sldLayoutId id="2147483703" r:id="rId3"/>
    <p:sldLayoutId id="2147483704" r:id="rId4"/>
    <p:sldLayoutId id="2147483705" r:id="rId5"/>
    <p:sldLayoutId id="2147483706" r:id="rId6"/>
    <p:sldLayoutId id="2147483707" r:id="rId7"/>
    <p:sldLayoutId id="2147483708" r:id="rId8"/>
    <p:sldLayoutId id="2147483709" r:id="rId9"/>
    <p:sldLayoutId id="2147483710" r:id="rId10"/>
    <p:sldLayoutId id="2147483711" r:id="rId11"/>
    <p:sldLayoutId id="2147483712" r:id="rId12"/>
    <p:sldLayoutId id="2147483713" r:id="rId13"/>
  </p:sldLayoutIdLst>
  <p:hf sldNum="0" hdr="0" ftr="0"/>
  <p:txStyles>
    <p:title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3800" b="0" i="0" u="none" kern="1200" baseline="0">
          <a:solidFill>
            <a:schemeClr val="tx2"/>
          </a:solidFill>
          <a:latin typeface="+mj-lt"/>
          <a:ea typeface="+mj-ea"/>
          <a:cs typeface="+mj-cs"/>
        </a:defRPr>
      </a:lvl1pPr>
    </p:titleStyle>
    <p:bodyStyle>
      <a:lvl1pPr marL="469900" lvl="0" indent="-46990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o"/>
        <a:defRPr sz="3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908050" lvl="1" indent="-436245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•"/>
        <a:defRPr sz="26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2pPr>
      <a:lvl3pPr marL="1304925" lvl="2" indent="-39497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3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3pPr>
      <a:lvl4pPr marL="1694180" lvl="3" indent="-387350" algn="l" defTabSz="914400" rtl="0" eaLnBrk="1" fontAlgn="base" latinLnBrk="0" hangingPunct="1">
        <a:lnSpc>
          <a:spcPct val="100000"/>
        </a:lnSpc>
        <a:spcBef>
          <a:spcPct val="20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▪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4pPr>
      <a:lvl5pPr marL="2094230" lvl="4" indent="-39878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5pPr>
      <a:lvl6pPr marL="2514600" lvl="5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6pPr>
      <a:lvl7pPr marL="2971800" lvl="6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7pPr>
      <a:lvl8pPr marL="3429000" lvl="7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8pPr>
      <a:lvl9pPr marL="3886200" lvl="8" indent="-228600" algn="l" defTabSz="914400" rtl="0" eaLnBrk="1" fontAlgn="base" latinLnBrk="0" hangingPunct="1">
        <a:lnSpc>
          <a:spcPct val="100000"/>
        </a:lnSpc>
        <a:spcBef>
          <a:spcPct val="25000"/>
        </a:spcBef>
        <a:spcAft>
          <a:spcPct val="0"/>
        </a:spcAft>
        <a:buClr>
          <a:schemeClr val="folHlink"/>
        </a:buClr>
        <a:buFont typeface="Wingdings" panose="05000000000000000000" pitchFamily="2" charset="2"/>
        <a:buChar char=""/>
        <a:defRPr sz="20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lvl1pPr marL="0" lvl="0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+mn-lt"/>
          <a:ea typeface="+mn-ea"/>
          <a:cs typeface="+mn-cs"/>
        </a:defRPr>
      </a:lvl1pPr>
      <a:lvl2pPr marL="457200" lvl="1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2pPr>
      <a:lvl3pPr marL="914400" lvl="2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3pPr>
      <a:lvl4pPr marL="1371600" lvl="3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4pPr>
      <a:lvl5pPr marL="1828800" lvl="4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5pPr>
      <a:lvl6pPr marL="2286000" lvl="5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6pPr>
      <a:lvl7pPr marL="2743200" lvl="6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7pPr>
      <a:lvl8pPr marL="3200400" lvl="7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8pPr>
      <a:lvl9pPr marL="3657600" lvl="8" indent="0" algn="l" defTabSz="914400" rtl="0" eaLnBrk="1" fontAlgn="base" latinLnBrk="0" hangingPunct="1">
        <a:lnSpc>
          <a:spcPct val="100000"/>
        </a:lnSpc>
        <a:spcBef>
          <a:spcPct val="0"/>
        </a:spcBef>
        <a:spcAft>
          <a:spcPct val="0"/>
        </a:spcAft>
        <a:buNone/>
        <a:defRPr sz="2400" b="0" i="0" u="none" kern="1200" baseline="0">
          <a:solidFill>
            <a:schemeClr val="tx1"/>
          </a:solidFill>
          <a:latin typeface="Times New Roman" panose="02020603050405020304" pitchFamily="18" charset="0"/>
          <a:ea typeface="宋体" panose="02010600030101010101" pitchFamily="2" charset="-122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6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1.vml"/><Relationship Id="rId3" Type="http://schemas.openxmlformats.org/officeDocument/2006/relationships/slideLayout" Target="../slideLayouts/slideLayout52.xml"/><Relationship Id="rId2" Type="http://schemas.openxmlformats.org/officeDocument/2006/relationships/image" Target="../media/image2.wmf"/><Relationship Id="rId1" Type="http://schemas.openxmlformats.org/officeDocument/2006/relationships/oleObject" Target="../embeddings/oleObject1.bin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0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2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3.wmf"/><Relationship Id="rId1" Type="http://schemas.openxmlformats.org/officeDocument/2006/relationships/oleObject" Target="../embeddings/oleObject2.bin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5.png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6.png"/></Relationships>
</file>

<file path=ppt/slides/_rels/slide14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3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7.wmf"/><Relationship Id="rId1" Type="http://schemas.openxmlformats.org/officeDocument/2006/relationships/oleObject" Target="../embeddings/oleObject3.bin"/></Relationships>
</file>

<file path=ppt/slides/_rels/slide15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4.vml"/><Relationship Id="rId3" Type="http://schemas.openxmlformats.org/officeDocument/2006/relationships/slideLayout" Target="../slideLayouts/slideLayout13.xml"/><Relationship Id="rId2" Type="http://schemas.openxmlformats.org/officeDocument/2006/relationships/image" Target="../media/image8.wmf"/><Relationship Id="rId1" Type="http://schemas.openxmlformats.org/officeDocument/2006/relationships/oleObject" Target="../embeddings/oleObject4.bin"/></Relationships>
</file>

<file path=ppt/slides/_rels/slide16.xml.rels><?xml version="1.0" encoding="UTF-8" standalone="yes"?>
<Relationships xmlns="http://schemas.openxmlformats.org/package/2006/relationships"><Relationship Id="rId6" Type="http://schemas.openxmlformats.org/officeDocument/2006/relationships/vmlDrawing" Target="../drawings/vmlDrawing5.vml"/><Relationship Id="rId5" Type="http://schemas.openxmlformats.org/officeDocument/2006/relationships/slideLayout" Target="../slideLayouts/slideLayout15.xml"/><Relationship Id="rId4" Type="http://schemas.openxmlformats.org/officeDocument/2006/relationships/image" Target="../media/image10.wmf"/><Relationship Id="rId3" Type="http://schemas.openxmlformats.org/officeDocument/2006/relationships/oleObject" Target="../embeddings/oleObject6.bin"/><Relationship Id="rId2" Type="http://schemas.openxmlformats.org/officeDocument/2006/relationships/image" Target="../media/image9.wmf"/><Relationship Id="rId1" Type="http://schemas.openxmlformats.org/officeDocument/2006/relationships/oleObject" Target="../embeddings/oleObject5.bin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13.xml"/><Relationship Id="rId1" Type="http://schemas.openxmlformats.org/officeDocument/2006/relationships/image" Target="../media/image11.png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2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52.xml"/><Relationship Id="rId1" Type="http://schemas.openxmlformats.org/officeDocument/2006/relationships/image" Target="../media/image13.png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vmlDrawing" Target="../drawings/vmlDrawing6.vml"/><Relationship Id="rId3" Type="http://schemas.openxmlformats.org/officeDocument/2006/relationships/slideLayout" Target="../slideLayouts/slideLayout50.xml"/><Relationship Id="rId2" Type="http://schemas.openxmlformats.org/officeDocument/2006/relationships/image" Target="../media/image14.wmf"/><Relationship Id="rId1" Type="http://schemas.openxmlformats.org/officeDocument/2006/relationships/oleObject" Target="../embeddings/oleObject7.bin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0.xml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4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69" name="标题 222209"/>
          <p:cNvSpPr>
            <a:spLocks noGrp="1"/>
          </p:cNvSpPr>
          <p:nvPr>
            <p:ph type="title"/>
          </p:nvPr>
        </p:nvSpPr>
        <p:spPr>
          <a:xfrm>
            <a:off x="178435" y="1700530"/>
            <a:ext cx="8446770" cy="1143000"/>
          </a:xfrm>
        </p:spPr>
        <p:txBody>
          <a:bodyPr anchor="ctr"/>
          <a:lstStyle/>
          <a:p>
            <a:pPr fontAlgn="base"/>
            <a:r>
              <a:rPr lang="zh-CN" sz="3600" strike="noStrike" noProof="1">
                <a:solidFill>
                  <a:schemeClr val="tx2"/>
                </a:solidFill>
                <a:uFillTx/>
              </a:rPr>
              <a:t>串口通讯原理及</a:t>
            </a:r>
            <a:r>
              <a:rPr sz="3600" strike="noStrike" noProof="1">
                <a:solidFill>
                  <a:schemeClr val="tx2"/>
                </a:solidFill>
                <a:uFillTx/>
              </a:rPr>
              <a:t>CC2530的串行</a:t>
            </a:r>
            <a:r>
              <a:rPr lang="zh-CN" sz="3600" strike="noStrike" noProof="1">
                <a:solidFill>
                  <a:schemeClr val="tx2"/>
                </a:solidFill>
                <a:uFillTx/>
              </a:rPr>
              <a:t>通讯</a:t>
            </a:r>
            <a:r>
              <a:rPr sz="3600" strike="noStrike" noProof="1">
                <a:solidFill>
                  <a:schemeClr val="tx2"/>
                </a:solidFill>
                <a:uFillTx/>
              </a:rPr>
              <a:t>应用</a:t>
            </a:r>
            <a:endParaRPr sz="3600" strike="noStrike" noProof="1">
              <a:solidFill>
                <a:schemeClr val="tx2"/>
              </a:solidFill>
              <a:uFillTx/>
            </a:endParaRPr>
          </a:p>
        </p:txBody>
      </p:sp>
      <p:sp>
        <p:nvSpPr>
          <p:cNvPr id="7170" name="文本占位符 222210"/>
          <p:cNvSpPr>
            <a:spLocks noGrp="1"/>
          </p:cNvSpPr>
          <p:nvPr>
            <p:ph idx="1"/>
          </p:nvPr>
        </p:nvSpPr>
        <p:spPr/>
        <p:txBody>
          <a:bodyPr anchor="t"/>
          <a:lstStyle/>
          <a:p>
            <a:r>
              <a:rPr lang="zh-CN" altLang="en-US" sz="2400" b="1" dirty="0">
                <a:latin typeface="华文中宋" panose="02010600040101010101" pitchFamily="2" charset="-122"/>
                <a:ea typeface="华文中宋" panose="02010600040101010101" pitchFamily="2" charset="-122"/>
              </a:rPr>
              <a:t>四川华迪信息技术有限公司</a:t>
            </a:r>
            <a:endParaRPr lang="zh-CN" altLang="en-US" sz="2400" b="1" dirty="0">
              <a:latin typeface="华文中宋" panose="02010600040101010101" pitchFamily="2" charset="-122"/>
              <a:ea typeface="华文中宋" panose="02010600040101010101" pitchFamily="2" charset="-122"/>
            </a:endParaRPr>
          </a:p>
          <a:p>
            <a:r>
              <a:rPr lang="en-US" altLang="zh-CN" sz="2400" b="1">
                <a:latin typeface="华文中宋" panose="02010600040101010101" pitchFamily="2" charset="-122"/>
                <a:ea typeface="华文中宋" panose="02010600040101010101" pitchFamily="2" charset="-122"/>
              </a:rPr>
              <a:t>Version15.0</a:t>
            </a:r>
            <a:endParaRPr lang="en-US" altLang="zh-CN" sz="2400" b="1">
              <a:latin typeface="华文中宋" panose="02010600040101010101" pitchFamily="2" charset="-122"/>
              <a:ea typeface="华文中宋" panose="02010600040101010101" pitchFamily="2" charset="-122"/>
            </a:endParaRPr>
          </a:p>
        </p:txBody>
      </p:sp>
    </p:spTree>
  </p:cSld>
  <p:clrMapOvr>
    <a:masterClrMapping/>
  </p:clrMapOvr>
  <p:transition advTm="1904"/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串行通讯介绍</a:t>
            </a:r>
            <a:endParaRPr 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lang="en-US" altLang="zh-CN"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2800" b="1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数据通信时，根据CPU与外设之间的连线结构和数据传送方式的不同，可以将通信方式分为两种：</a:t>
            </a:r>
            <a:r>
              <a:rPr sz="28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并行通信和串行通信。 </a:t>
            </a:r>
            <a:endParaRPr sz="2800" b="1" noProof="1">
              <a:solidFill>
                <a:srgbClr val="FF0000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8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并行通信</a:t>
            </a:r>
            <a:r>
              <a:rPr sz="2800" b="1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指数据的各位同时发送或接收，每个数据位使用单独的一条导线，有多少位数据需要传送就需要有多少条数据线。并行通信的特点是各位数据同时传送，传送速度快效率高，并行数据传送需要较多的数据线，因此传送成本高，干扰大，可靠性较差，一般适用于短距离数据通信，多用于计算机内部的数据传送方式。</a:t>
            </a:r>
            <a:r>
              <a:rPr lang="zh-CN" sz="2800" b="1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一般在</a:t>
            </a:r>
            <a:r>
              <a:rPr lang="en-US" altLang="zh-CN" sz="2800" b="1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0.5</a:t>
            </a:r>
            <a:r>
              <a:rPr lang="zh-CN" altLang="en-US" sz="2800" b="1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米之内</a:t>
            </a:r>
            <a:endParaRPr sz="2800" b="1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串行通讯介绍</a:t>
            </a:r>
            <a:endParaRPr 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lang="en-US" altLang="zh-CN"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r>
              <a:rPr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串行通信</a:t>
            </a:r>
            <a:r>
              <a:rPr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是指数据一位接一位顺序发送或接收。串行通信的特点是数据按位顺序进行，最少只需一根数据传输线即可完成，传输成本低传送数据速度慢，一般用于较长距离的数据传送</a:t>
            </a:r>
            <a:r>
              <a:rPr lang="zh-CN"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，在</a:t>
            </a:r>
            <a:r>
              <a:rPr lang="en-US" altLang="zh-CN"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200</a:t>
            </a:r>
            <a:r>
              <a:rPr lang="zh-CN" altLang="en-US"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米的范围内，不管通讯介质、波特率高低都能有效传输</a:t>
            </a:r>
            <a:r>
              <a:rPr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 </a:t>
            </a:r>
            <a:endParaRPr sz="3200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串行通信又分</a:t>
            </a:r>
            <a:r>
              <a:rPr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同步</a:t>
            </a:r>
            <a:r>
              <a:rPr lang="en-US"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(SPI)</a:t>
            </a:r>
            <a:r>
              <a:rPr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和异步</a:t>
            </a:r>
            <a:r>
              <a:rPr lang="en-US"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(UART)</a:t>
            </a:r>
            <a:r>
              <a:rPr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两种方式</a:t>
            </a:r>
            <a:r>
              <a:rPr sz="3200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sz="3200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串行通讯介绍</a:t>
            </a:r>
            <a:endParaRPr 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lang="en-US"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(</a:t>
            </a:r>
            <a:r>
              <a:rPr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1）串行同步通信</a:t>
            </a: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sz="32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400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同步通信中，所有设备使用同一个时钟，以数据块为单位传送数据，每个数据块包括同步字符、数据块和校验字符。同步字符位于数据块的开头，用于确认数据字符的开始；接收时，接收设备连续不断地对传输线采样，并把接收到的字符与双方约定的同步字符进行比较，只有比较成功后才会把后面接收到的字符加以存储 </a:t>
            </a:r>
            <a:endParaRPr sz="2400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400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同步通信的优点是数据传输速率高，缺点是要求发送时钟和接收时钟保持严格同步。在数据传送开始时先用同步字符来指示，同时传送时钟信号来实现发送端和接收端同步，即检测到规定的同步字符后，接着就连续按顺序传送数据。这种传送方式对硬件结构要求较高。</a:t>
            </a:r>
            <a:endParaRPr sz="2400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串行通讯介绍</a:t>
            </a:r>
            <a:endParaRPr 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2）串行异步通信</a:t>
            </a: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sz="32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异步通信中，每个设备都有自己的时钟信号，通信中双方的时钟频率保持一致。异步通信以字符为单位进行数据传送，每一个字符均按照固定的格式传送，又被称为帧，即异步串行通信一次传送一个帧。</a:t>
            </a:r>
            <a:endParaRPr sz="32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串行通讯数据格式</a:t>
            </a:r>
            <a:endParaRPr lang="en-US" alt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sz="half" idx="1"/>
          </p:nvPr>
        </p:nvSpPr>
        <p:spPr>
          <a:xfrm>
            <a:off x="567055" y="1341755"/>
            <a:ext cx="7966710" cy="4678045"/>
          </a:xfrm>
        </p:spPr>
        <p:txBody>
          <a:bodyPr/>
          <a:lstStyle/>
          <a:p>
            <a:pPr marL="0" indent="0" fontAlgn="base">
              <a:buNone/>
            </a:pPr>
            <a:r>
              <a:rPr lang="zh-CN" sz="3200" b="1" strike="noStrike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</a:t>
            </a: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每一帧</a:t>
            </a:r>
            <a:r>
              <a:rPr sz="3200" b="1" dirty="0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起始位</a:t>
            </a: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数据由（低电平）、数据位、奇偶校验位（可选）、停止位（高电平）组成。帧的格式如</a:t>
            </a:r>
            <a:r>
              <a:rPr lang="zh-CN"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下</a:t>
            </a:r>
            <a:r>
              <a:rPr sz="3200" b="1" strike="noStrike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图所示：</a:t>
            </a:r>
            <a:endParaRPr sz="32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4" name="内容占位符 3"/>
          <p:cNvGraphicFramePr>
            <a:graphicFrameLocks noGrp="1" noChangeAspect="1"/>
          </p:cNvGraphicFramePr>
          <p:nvPr>
            <p:ph sz="half" idx="2"/>
          </p:nvPr>
        </p:nvGraphicFramePr>
        <p:xfrm>
          <a:off x="610235" y="2903220"/>
          <a:ext cx="7957820" cy="323405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1029" name="" r:id="rId1" imgW="7591425" imgH="3009900" progId="Paint.Picture">
                  <p:embed/>
                </p:oleObj>
              </mc:Choice>
              <mc:Fallback>
                <p:oleObj name="" r:id="rId1" imgW="7591425" imgH="3009900" progId="Paint.Picture">
                  <p:embed/>
                  <p:pic>
                    <p:nvPicPr>
                      <p:cNvPr id="0" name="图片 4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10235" y="2903220"/>
                        <a:ext cx="7957820" cy="3234055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串行通讯数据格式</a:t>
            </a:r>
            <a:endParaRPr 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sz="2400" b="1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（</a:t>
            </a:r>
            <a:r>
              <a:rPr sz="24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2）串行异步通信</a:t>
            </a:r>
            <a:r>
              <a:rPr sz="2400" b="1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</a:t>
            </a:r>
            <a:endParaRPr sz="32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起始位：</a:t>
            </a:r>
            <a:r>
              <a:rPr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发送端通过发送起始位而开始一帧数据的传送。起始位使数据线处于逻辑0，用来表示一帧数据的开始。</a:t>
            </a:r>
            <a:endParaRPr sz="2000" b="1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数据位：</a:t>
            </a:r>
            <a:r>
              <a:rPr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起始位之后就开始传送数据位。在数据位中，低位在前，高位在后。数据的位数可以是5、6、7或者8。</a:t>
            </a:r>
            <a:endParaRPr sz="2000" b="1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奇偶校验位：</a:t>
            </a:r>
            <a:r>
              <a:rPr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是可选项，双方根据约定用来对传送数据的正确性进行检查。可选用奇校验、偶校验和无校验位。</a:t>
            </a:r>
            <a:endParaRPr sz="2000" b="1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b="1" noProof="1">
                <a:solidFill>
                  <a:srgbClr val="FF0000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停止位：</a:t>
            </a:r>
            <a:r>
              <a:rPr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在奇偶检验位之后，停止位使数据线处于逻辑1，用以标志一个数据帧的结束。停止位逻辑值1的保持时间可以是1、1.5或2位，通信双方根据需要确定。</a:t>
            </a:r>
            <a:endParaRPr sz="2000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一般串行通讯采用 </a:t>
            </a:r>
            <a:r>
              <a:rPr lang="en-US" alt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 8 1</a:t>
            </a:r>
            <a:r>
              <a:rPr lang="zh-CN" alt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数据格式进行 </a:t>
            </a:r>
            <a:r>
              <a:rPr lang="en-US" alt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 8 1</a:t>
            </a:r>
            <a:r>
              <a:rPr lang="zh-CN" altLang="en-US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代表数据传送采用 无奇偶校验，停止位为</a:t>
            </a:r>
            <a:r>
              <a:rPr lang="en-US" alt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</a:t>
            </a:r>
            <a:r>
              <a:rPr lang="zh-CN" altLang="en-US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位的方式，</a:t>
            </a:r>
            <a:endParaRPr lang="zh-CN" altLang="en-US" sz="2000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lang="zh-CN" altLang="en-US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采用</a:t>
            </a:r>
            <a:r>
              <a:rPr lang="en-US" alt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n 8 1</a:t>
            </a:r>
            <a:r>
              <a:rPr lang="zh-CN" altLang="en-US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格式通讯传送一个字节需要</a:t>
            </a:r>
            <a:r>
              <a:rPr lang="en-US" altLang="zh-CN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10</a:t>
            </a:r>
            <a:r>
              <a:rPr lang="zh-CN" altLang="en-US" sz="2000" noProof="1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位数据（起始位、数据位、停止位）</a:t>
            </a:r>
            <a:endParaRPr sz="24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zh-CN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串行通讯波特率</a:t>
            </a:r>
            <a:endParaRPr 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lang="zh-CN" altLang="en-US" sz="2400" dirty="0">
                <a:sym typeface="+mn-ea"/>
              </a:rPr>
              <a:t>波特率：单位时间内传送的信息量，以每秒传送的位表示，单位为波特，包括起始位和停止位即：</a:t>
            </a:r>
            <a:endParaRPr lang="zh-CN" altLang="en-US" sz="2400" dirty="0"/>
          </a:p>
          <a:p>
            <a:pPr marL="0" indent="0" fontAlgn="base">
              <a:buNone/>
            </a:pPr>
            <a:r>
              <a:rPr lang="en-US" altLang="zh-CN" sz="2400" dirty="0">
                <a:sym typeface="+mn-ea"/>
              </a:rPr>
              <a:t>1</a:t>
            </a:r>
            <a:r>
              <a:rPr lang="zh-CN" altLang="en-US" sz="2400" dirty="0">
                <a:sym typeface="+mn-ea"/>
              </a:rPr>
              <a:t>波特</a:t>
            </a:r>
            <a:r>
              <a:rPr lang="en-US" altLang="zh-CN" sz="2400" dirty="0">
                <a:sym typeface="+mn-ea"/>
              </a:rPr>
              <a:t>=1</a:t>
            </a:r>
            <a:r>
              <a:rPr lang="zh-CN" altLang="en-US" sz="2400" dirty="0">
                <a:sym typeface="+mn-ea"/>
              </a:rPr>
              <a:t>位</a:t>
            </a:r>
            <a:r>
              <a:rPr lang="en-US" altLang="zh-CN" sz="2400" dirty="0">
                <a:sym typeface="+mn-ea"/>
              </a:rPr>
              <a:t>/</a:t>
            </a:r>
            <a:r>
              <a:rPr lang="zh-CN" altLang="en-US" sz="2400" dirty="0">
                <a:sym typeface="+mn-ea"/>
              </a:rPr>
              <a:t>秒</a:t>
            </a:r>
            <a:endParaRPr lang="zh-CN" altLang="en-US" sz="2400" dirty="0">
              <a:sym typeface="+mn-ea"/>
            </a:endParaRPr>
          </a:p>
          <a:p>
            <a:pPr marL="0" indent="0" fontAlgn="base">
              <a:buNone/>
            </a:pPr>
            <a:r>
              <a:rPr lang="zh-CN" altLang="en-US" sz="2400" dirty="0">
                <a:sym typeface="+mn-ea"/>
              </a:rPr>
              <a:t>在异步通讯中，接收设备和发送设备保持相同的传送波特率，并以每个字符数据的起始位和发送设备保持同步。起始位，数据位，奇偶位和停止位的约定，在同一次传送过程中必须保持一致，才能成功传送数据</a:t>
            </a:r>
            <a:endParaRPr lang="zh-CN" altLang="en-US" sz="2400" dirty="0"/>
          </a:p>
          <a:p>
            <a:pPr marL="0" indent="0" fontAlgn="base">
              <a:buNone/>
            </a:pPr>
            <a:endParaRPr sz="24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b="1" strike="noStrike" noProof="1"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CC2530的串口通信模块</a:t>
            </a:r>
            <a:endParaRPr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CC2530有两个串行通信接口USART0和USART1，它们能够分别运行于异步UART模式或者同步SPI模式。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两个USART接口具有相同的功能，通过PERCFG寄存器可以设置两个USART接口对应外部I/O引脚的映射关系：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位置1：RX0 --- P0_2 TX0 --- P0_3  RX1 --- P0_5   TX1 --- P0_4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位置2：RX0 --- P1_4 TX0 --- P1_5  RX1 --- P1_7   TX1 --- P1_6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对每个USART串口通信编程，本质是设置相关的5个寄存器：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UxCSR：  USARTx的控制和状态寄存器。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UxUCR：  USARTx的UART控制寄存器。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UxGCR：  USARTx的通用控制寄存器。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UxDBUF： USARTx的接收/发送数据缓冲寄存器。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0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UxBAUD： USARTx的波特率控制寄存器。</a:t>
            </a:r>
            <a:endParaRPr sz="20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921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922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U0CSR</a:t>
            </a:r>
            <a:r>
              <a:rPr lang="zh-CN" altLang="zh-CN"/>
              <a:t>寄存器</a:t>
            </a:r>
            <a:endParaRPr lang="zh-CN" altLang="zh-CN"/>
          </a:p>
        </p:txBody>
      </p:sp>
      <p:sp>
        <p:nvSpPr>
          <p:cNvPr id="10242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0243" name="内容占位符 4"/>
          <p:cNvGraphicFramePr>
            <a:graphicFrameLocks noGrp="1"/>
          </p:cNvGraphicFramePr>
          <p:nvPr>
            <p:ph idx="1"/>
          </p:nvPr>
        </p:nvGraphicFramePr>
        <p:xfrm>
          <a:off x="696913" y="968375"/>
          <a:ext cx="7878762" cy="5268913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3082" name="" r:id="rId1" imgW="5495925" imgH="4914900" progId="Paint.Picture">
                  <p:embed/>
                </p:oleObj>
              </mc:Choice>
              <mc:Fallback>
                <p:oleObj name="" r:id="rId1" imgW="5495925" imgH="4914900" progId="Paint.Picture">
                  <p:embed/>
                  <p:pic>
                    <p:nvPicPr>
                      <p:cNvPr id="0" name="图片 3075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696913" y="968375"/>
                        <a:ext cx="7878762" cy="5268913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外设</a:t>
            </a:r>
            <a:r>
              <a:rPr lang="en-US" altLang="zh-CN" dirty="0"/>
              <a:t>IO</a:t>
            </a:r>
            <a:r>
              <a:rPr lang="zh-CN" altLang="en-US" dirty="0"/>
              <a:t>口映射位置</a:t>
            </a:r>
            <a:endParaRPr lang="zh-CN" altLang="zh-CN" dirty="0"/>
          </a:p>
        </p:txBody>
      </p:sp>
      <p:sp>
        <p:nvSpPr>
          <p:cNvPr id="10242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675" y="1547813"/>
            <a:ext cx="8000999" cy="3105272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zh-CN" altLang="en-US" dirty="0"/>
              <a:t>外设</a:t>
            </a:r>
            <a:r>
              <a:rPr lang="en-US" altLang="zh-CN" dirty="0"/>
              <a:t>IO</a:t>
            </a:r>
            <a:r>
              <a:rPr lang="zh-CN" altLang="en-US" dirty="0"/>
              <a:t>口映射位置</a:t>
            </a:r>
            <a:endParaRPr lang="zh-CN" altLang="zh-CN" dirty="0"/>
          </a:p>
        </p:txBody>
      </p:sp>
      <p:sp>
        <p:nvSpPr>
          <p:cNvPr id="10242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5" name="图片 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4675" y="1340856"/>
            <a:ext cx="8001000" cy="475233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41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 dirty="0"/>
              <a:t>PERCFG</a:t>
            </a:r>
            <a:r>
              <a:rPr lang="zh-CN" altLang="zh-CN" dirty="0"/>
              <a:t>寄存器</a:t>
            </a:r>
            <a:endParaRPr lang="zh-CN" altLang="zh-CN" dirty="0"/>
          </a:p>
        </p:txBody>
      </p:sp>
      <p:sp>
        <p:nvSpPr>
          <p:cNvPr id="10242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4" name="内容占位符 3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574675" y="1268850"/>
            <a:ext cx="8000999" cy="496843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265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U0UCR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11266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1267" name="内容占位符 4"/>
          <p:cNvGraphicFramePr>
            <a:graphicFrameLocks noGrp="1"/>
          </p:cNvGraphicFramePr>
          <p:nvPr>
            <p:ph idx="1"/>
          </p:nvPr>
        </p:nvGraphicFramePr>
        <p:xfrm>
          <a:off x="574675" y="1271588"/>
          <a:ext cx="8001000" cy="496570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4101" name="" r:id="rId1" imgW="6524625" imgH="4467225" progId="Paint.Picture">
                  <p:embed/>
                </p:oleObj>
              </mc:Choice>
              <mc:Fallback>
                <p:oleObj name="" r:id="rId1" imgW="6524625" imgH="4467225" progId="Paint.Picture">
                  <p:embed/>
                  <p:pic>
                    <p:nvPicPr>
                      <p:cNvPr id="0" name="图片 3076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74675" y="1271588"/>
                        <a:ext cx="8001000" cy="496570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89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U0GCR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12290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2291" name="内容占位符 4"/>
          <p:cNvGraphicFramePr>
            <a:graphicFrameLocks noGrp="1"/>
          </p:cNvGraphicFramePr>
          <p:nvPr>
            <p:ph idx="1"/>
          </p:nvPr>
        </p:nvGraphicFramePr>
        <p:xfrm>
          <a:off x="730250" y="1443038"/>
          <a:ext cx="7845425" cy="4476750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5125" name="" r:id="rId1" imgW="6477000" imgH="2362200" progId="Paint.Picture">
                  <p:embed/>
                </p:oleObj>
              </mc:Choice>
              <mc:Fallback>
                <p:oleObj name="" r:id="rId1" imgW="6477000" imgH="2362200" progId="Paint.Picture">
                  <p:embed/>
                  <p:pic>
                    <p:nvPicPr>
                      <p:cNvPr id="0" name="图片 3077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30250" y="1443038"/>
                        <a:ext cx="7845425" cy="4476750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313" name="标题 6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U0BAUD</a:t>
            </a:r>
            <a:r>
              <a:rPr lang="zh-CN" altLang="en-US"/>
              <a:t>寄存器</a:t>
            </a:r>
            <a:endParaRPr lang="zh-CN" altLang="en-US"/>
          </a:p>
        </p:txBody>
      </p:sp>
      <p:sp>
        <p:nvSpPr>
          <p:cNvPr id="13314" name="日期占位符 3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13315" name="内容占位符 4"/>
          <p:cNvGraphicFramePr>
            <a:graphicFrameLocks noGrp="1"/>
          </p:cNvGraphicFramePr>
          <p:nvPr>
            <p:ph sz="half" idx="1"/>
          </p:nvPr>
        </p:nvGraphicFramePr>
        <p:xfrm>
          <a:off x="727075" y="1427163"/>
          <a:ext cx="7848600" cy="16525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3" name="" r:id="rId1" imgW="6515100" imgH="800100" progId="Paint.Picture">
                  <p:embed/>
                </p:oleObj>
              </mc:Choice>
              <mc:Fallback>
                <p:oleObj name="" r:id="rId1" imgW="6515100" imgH="800100" progId="Paint.Picture">
                  <p:embed/>
                  <p:pic>
                    <p:nvPicPr>
                      <p:cNvPr id="0" name="图片 3078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727075" y="1427163"/>
                        <a:ext cx="7848600" cy="1652587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  <p:graphicFrame>
        <p:nvGraphicFramePr>
          <p:cNvPr id="13316" name="内容占位符 7"/>
          <p:cNvGraphicFramePr>
            <a:graphicFrameLocks noGrp="1"/>
          </p:cNvGraphicFramePr>
          <p:nvPr>
            <p:ph sz="half" idx="2"/>
          </p:nvPr>
        </p:nvGraphicFramePr>
        <p:xfrm>
          <a:off x="727075" y="3079750"/>
          <a:ext cx="7740650" cy="2994025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6154" name="" r:id="rId3" imgW="5867400" imgH="2314575" progId="Paint.Picture">
                  <p:embed/>
                </p:oleObj>
              </mc:Choice>
              <mc:Fallback>
                <p:oleObj name="" r:id="rId3" imgW="5867400" imgH="2314575" progId="Paint.Picture">
                  <p:embed/>
                  <p:pic>
                    <p:nvPicPr>
                      <p:cNvPr id="0" name="图片 3079"/>
                      <p:cNvPicPr/>
                      <p:nvPr/>
                    </p:nvPicPr>
                    <p:blipFill>
                      <a:blip r:embed="rId4"/>
                      <a:stretch>
                        <a:fillRect/>
                      </a:stretch>
                    </p:blipFill>
                    <p:spPr>
                      <a:xfrm>
                        <a:off x="727075" y="3079750"/>
                        <a:ext cx="7740650" cy="2994025"/>
                      </a:xfrm>
                      <a:prstGeom prst="rect">
                        <a:avLst/>
                      </a:prstGeom>
                      <a:noFill/>
                      <a:ln w="38100">
                        <a:miter/>
                      </a:ln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en-US" altLang="zh-CN" dirty="0">
                <a:sym typeface="+mn-ea"/>
              </a:rPr>
              <a:t>PC</a:t>
            </a:r>
            <a:r>
              <a:rPr lang="zh-CN" altLang="en-US" dirty="0">
                <a:sym typeface="+mn-ea"/>
              </a:rPr>
              <a:t>机串口引脚图</a:t>
            </a:r>
            <a:endParaRPr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9" name="日期占位符 1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3" name="内容占位符 2"/>
          <p:cNvPicPr>
            <a:picLocks noGrp="1" noChangeAspect="1"/>
          </p:cNvPicPr>
          <p:nvPr>
            <p:ph idx="1"/>
          </p:nvPr>
        </p:nvPicPr>
        <p:blipFill>
          <a:blip r:embed="rId1"/>
          <a:stretch>
            <a:fillRect/>
          </a:stretch>
        </p:blipFill>
        <p:spPr>
          <a:xfrm>
            <a:off x="389255" y="1254760"/>
            <a:ext cx="8437245" cy="485330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RS232</a:t>
            </a:r>
            <a: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电平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sz="2400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计算机的串行通信接口是RS-232的标准接口，而CC2530单片机的UART接口则是TTL电平，两者的电气规范不一致，</a:t>
            </a:r>
            <a:r>
              <a:rPr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TTL电平和RS232电平</a:t>
            </a:r>
            <a:r>
              <a:rPr lang="zh-CN"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比较</a:t>
            </a:r>
            <a:r>
              <a:rPr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。</a:t>
            </a: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TTL电平：  逻辑0--小于0.8V     逻辑1----大于2.4V。</a:t>
            </a: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 RS232电平：逻辑0-</a:t>
            </a:r>
            <a:r>
              <a:rPr lang="en-US"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-</a:t>
            </a:r>
            <a:r>
              <a:rPr sz="2400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5~15V        逻辑1---- -5~-15V。</a:t>
            </a: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r>
              <a:rPr sz="2400"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所以要完成两者之间的数据通信，就需要借助接口芯片在两者之间进行电平转换，常用的有MAX232芯片。</a:t>
            </a: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en-US" altLang="zh-CN" b="1" dirty="0">
                <a:sym typeface="+mn-ea"/>
              </a:rPr>
              <a:t>PC</a:t>
            </a:r>
            <a:r>
              <a:rPr lang="zh-CN" altLang="en-US" b="1" dirty="0">
                <a:sym typeface="+mn-ea"/>
              </a:rPr>
              <a:t>机与单片机串行通信模型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9" name="日期占位符 1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02119" name="内容占位符 602118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770890" y="1341755"/>
            <a:ext cx="7764145" cy="3670300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en-US" altLang="zh-CN" b="1" dirty="0">
                <a:sym typeface="+mn-ea"/>
              </a:rPr>
              <a:t>MAX232</a:t>
            </a:r>
            <a:r>
              <a:rPr lang="zh-CN" altLang="en-US" b="1" dirty="0">
                <a:sym typeface="+mn-ea"/>
              </a:rPr>
              <a:t>概述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idx="1"/>
          </p:nvPr>
        </p:nvSpPr>
        <p:spPr>
          <a:xfrm>
            <a:off x="566738" y="1341438"/>
            <a:ext cx="8001000" cy="4678363"/>
          </a:xfrm>
        </p:spPr>
        <p:txBody>
          <a:bodyPr/>
          <a:lstStyle/>
          <a:p>
            <a:pPr marL="0" indent="0" fontAlgn="base">
              <a:buNone/>
            </a:pPr>
            <a:r>
              <a:rPr lang="zh-CN" altLang="en-US" sz="2400" dirty="0">
                <a:sym typeface="+mn-ea"/>
              </a:rPr>
              <a:t>双串口（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个</a:t>
            </a:r>
            <a:r>
              <a:rPr lang="en-US" altLang="zh-CN" sz="2400" dirty="0">
                <a:sym typeface="+mn-ea"/>
              </a:rPr>
              <a:t>TXD</a:t>
            </a:r>
            <a:r>
              <a:rPr lang="zh-CN" altLang="en-US" sz="2400" dirty="0">
                <a:sym typeface="+mn-ea"/>
              </a:rPr>
              <a:t>，</a:t>
            </a:r>
            <a:r>
              <a:rPr lang="en-US" altLang="zh-CN" sz="2400" dirty="0">
                <a:sym typeface="+mn-ea"/>
              </a:rPr>
              <a:t>2</a:t>
            </a:r>
            <a:r>
              <a:rPr lang="zh-CN" altLang="en-US" sz="2400" dirty="0">
                <a:sym typeface="+mn-ea"/>
              </a:rPr>
              <a:t>个</a:t>
            </a:r>
            <a:r>
              <a:rPr lang="en-US" altLang="zh-CN" sz="2400" dirty="0">
                <a:sym typeface="+mn-ea"/>
              </a:rPr>
              <a:t>RXD</a:t>
            </a:r>
            <a:r>
              <a:rPr lang="zh-CN" altLang="en-US" sz="2400" dirty="0">
                <a:sym typeface="+mn-ea"/>
              </a:rPr>
              <a:t>）</a:t>
            </a:r>
            <a:endParaRPr lang="zh-CN" altLang="en-US" sz="2400" dirty="0"/>
          </a:p>
          <a:p>
            <a:pPr marL="0" indent="0" fontAlgn="base">
              <a:buNone/>
            </a:pPr>
            <a:r>
              <a:rPr lang="en-US" altLang="zh-CN" sz="2400" dirty="0">
                <a:sym typeface="+mn-ea"/>
              </a:rPr>
              <a:t>5V</a:t>
            </a:r>
            <a:r>
              <a:rPr lang="zh-CN" altLang="en-US" sz="2400" dirty="0">
                <a:sym typeface="+mn-ea"/>
              </a:rPr>
              <a:t>单电源供电</a:t>
            </a:r>
            <a:endParaRPr lang="zh-CN" altLang="en-US" sz="2400" dirty="0"/>
          </a:p>
          <a:p>
            <a:pPr marL="0" indent="0" fontAlgn="base">
              <a:buNone/>
            </a:pPr>
            <a:r>
              <a:rPr lang="zh-CN" altLang="en-US" sz="2400" dirty="0">
                <a:sym typeface="+mn-ea"/>
              </a:rPr>
              <a:t>电压提升仅用电容完成</a:t>
            </a:r>
            <a:endParaRPr lang="zh-CN" altLang="en-US" sz="2400" dirty="0"/>
          </a:p>
          <a:p>
            <a:pPr marL="0" indent="0" fontAlgn="base">
              <a:buNone/>
            </a:pPr>
            <a:r>
              <a:rPr lang="en-US" altLang="zh-CN" sz="2400" dirty="0">
                <a:sym typeface="+mn-ea"/>
              </a:rPr>
              <a:t>TTL</a:t>
            </a:r>
            <a:r>
              <a:rPr lang="zh-CN" altLang="en-US" sz="2400" dirty="0">
                <a:sym typeface="+mn-ea"/>
              </a:rPr>
              <a:t>接口和</a:t>
            </a:r>
            <a:r>
              <a:rPr lang="en-US" altLang="zh-CN" sz="2400" dirty="0">
                <a:sym typeface="+mn-ea"/>
              </a:rPr>
              <a:t>RS232</a:t>
            </a:r>
            <a:r>
              <a:rPr lang="zh-CN" altLang="en-US" sz="2400" dirty="0">
                <a:sym typeface="+mn-ea"/>
              </a:rPr>
              <a:t>接口</a:t>
            </a:r>
            <a:endParaRPr lang="zh-CN" altLang="en-US" sz="2400" dirty="0"/>
          </a:p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9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r>
              <a:rPr lang="en-US" altLang="zh-CN" b="1" dirty="0">
                <a:sym typeface="+mn-ea"/>
              </a:rPr>
              <a:t>MAX232</a:t>
            </a:r>
            <a:r>
              <a:rPr lang="zh-CN" altLang="en-US" b="1" dirty="0">
                <a:sym typeface="+mn-ea"/>
              </a:rPr>
              <a:t>的引脚功能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713731" name="文本占位符 713730"/>
          <p:cNvSpPr>
            <a:spLocks noGrp="1"/>
          </p:cNvSpPr>
          <p:nvPr>
            <p:ph sz="half" idx="1"/>
          </p:nvPr>
        </p:nvSpPr>
        <p:spPr/>
        <p:txBody>
          <a:bodyPr/>
          <a:lstStyle/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 marL="0" indent="0" fontAlgn="base">
              <a:buNone/>
            </a:pPr>
            <a:endParaRPr sz="2400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4339" name="日期占位符 1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0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4341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pic>
        <p:nvPicPr>
          <p:cNvPr id="616459" name="内容占位符 616458"/>
          <p:cNvPicPr>
            <a:picLocks noGrp="1" noChangeAspect="1"/>
          </p:cNvPicPr>
          <p:nvPr>
            <p:ph sz="half" idx="2"/>
          </p:nvPr>
        </p:nvPicPr>
        <p:blipFill>
          <a:blip r:embed="rId1"/>
          <a:stretch>
            <a:fillRect/>
          </a:stretch>
        </p:blipFill>
        <p:spPr>
          <a:xfrm>
            <a:off x="883920" y="1341755"/>
            <a:ext cx="6743700" cy="4678045"/>
          </a:xfrm>
          <a:prstGeom prst="rect">
            <a:avLst/>
          </a:prstGeom>
          <a:noFill/>
          <a:ln w="9525">
            <a:noFill/>
          </a:ln>
        </p:spPr>
      </p:pic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en-US" alt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en-US" altLang="zh-CN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</a:t>
            </a:r>
            <a: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口初始化步骤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5362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3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5365" name="文本框 5"/>
          <p:cNvSpPr txBox="1"/>
          <p:nvPr/>
        </p:nvSpPr>
        <p:spPr>
          <a:xfrm>
            <a:off x="525463" y="1289050"/>
            <a:ext cx="8008937" cy="341503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1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：设置时钟频率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(CLKCONCMD)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2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、设置串口位置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(PERCFG)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3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、串口位置的端口设置为其他功能（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P0SEL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4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、串口功能优先（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P2DIR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）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5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、设置串口工作方式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(U0CSR)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6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、设置波特率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(U0GCR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U0BUAD)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7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、清除发送、接收中断标志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(UTX0IF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URX0IF)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8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、串行中断使能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  <a:sym typeface="宋体" panose="02010600030101010101" pitchFamily="2" charset="-122"/>
              </a:rPr>
              <a:t>URX0IE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)</a:t>
            </a:r>
            <a:endParaRPr lang="zh-CN" altLang="en-US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9</a:t>
            </a:r>
            <a:r>
              <a:rPr lang="zh-CN" altLang="en-US">
                <a:latin typeface="宋体" panose="02010600030101010101" pitchFamily="2" charset="-122"/>
                <a:ea typeface="宋体" panose="02010600030101010101" pitchFamily="2" charset="-122"/>
              </a:rPr>
              <a:t>、总的中断使能</a:t>
            </a:r>
            <a:r>
              <a:rPr lang="en-US" altLang="zh-CN">
                <a:latin typeface="宋体" panose="02010600030101010101" pitchFamily="2" charset="-122"/>
                <a:ea typeface="宋体" panose="02010600030101010101" pitchFamily="2" charset="-122"/>
              </a:rPr>
              <a:t>(EA)</a:t>
            </a:r>
            <a:endParaRPr lang="en-US" altLang="zh-CN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串口发送数据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7410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1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2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7413" name="文本框 2"/>
          <p:cNvSpPr txBox="1"/>
          <p:nvPr/>
        </p:nvSpPr>
        <p:spPr>
          <a:xfrm>
            <a:off x="644525" y="1392238"/>
            <a:ext cx="7815263" cy="267652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void Uart0_Send_Data(unsigned char Data)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	 U0DBUF = Data;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	 while(UTX0IF == 0);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	 UTX0IF = 0;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	}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>
                <a:latin typeface="Times New Roman" panose="02020603050405020304" pitchFamily="18" charset="0"/>
                <a:ea typeface="宋体" panose="02010600030101010101" pitchFamily="2" charset="-122"/>
              </a:rPr>
              <a:t> }</a:t>
            </a:r>
            <a:endParaRPr lang="en-US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串口接收中断函数</a:t>
            </a:r>
            <a:endParaRPr lang="zh-CN" alt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434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文本框 7"/>
          <p:cNvSpPr txBox="1"/>
          <p:nvPr/>
        </p:nvSpPr>
        <p:spPr>
          <a:xfrm>
            <a:off x="700088" y="1335088"/>
            <a:ext cx="8012112" cy="2308324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#pragma vector = URX0_VECTOR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__interrupt void Uart0_ISR(void)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{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</a:t>
            </a:r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URX0IF = 0; // 清中断标志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   rxTemp = U0DBUF;//读取接收到的数据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}</a:t>
            </a:r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dirty="0">
                <a:sym typeface="+mn-ea"/>
              </a:rPr>
              <a:t>串行通信协议</a:t>
            </a:r>
            <a:r>
              <a:rPr lang="en-US" altLang="zh-CN" dirty="0">
                <a:sym typeface="+mn-ea"/>
              </a:rPr>
              <a:t>--</a:t>
            </a:r>
            <a:r>
              <a:rPr lang="zh-CN" altLang="en-US" dirty="0">
                <a:sym typeface="+mn-ea"/>
              </a:rPr>
              <a:t>同步字通讯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434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文本框 7"/>
          <p:cNvSpPr txBox="1"/>
          <p:nvPr/>
        </p:nvSpPr>
        <p:spPr>
          <a:xfrm>
            <a:off x="700088" y="1335088"/>
            <a:ext cx="8012112" cy="4520565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串口通讯协议是解析两个通讯设备的数据和命令的一种规则</a:t>
            </a:r>
            <a:r>
              <a:rPr lang="en-US" altLang="zh-CN">
                <a:sym typeface="+mn-ea"/>
              </a:rPr>
              <a:t>. </a:t>
            </a:r>
            <a:r>
              <a:rPr lang="zh-CN" altLang="en-US">
                <a:sym typeface="+mn-ea"/>
              </a:rPr>
              <a:t>单片机通讯时一般采用同步字通讯协议</a:t>
            </a:r>
            <a:endParaRPr lang="en-US" altLang="zh-CN"/>
          </a:p>
          <a:p>
            <a:r>
              <a:rPr lang="zh-CN" altLang="zh-CN">
                <a:latin typeface="Times New Roman" panose="02020603050405020304" pitchFamily="18" charset="0"/>
                <a:ea typeface="宋体" panose="02010600030101010101" pitchFamily="2" charset="-122"/>
              </a:rPr>
              <a:t>同步字通讯格式如下：</a:t>
            </a:r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1:</a:t>
            </a:r>
            <a:r>
              <a:rPr lang="zh-CN" altLang="en-US" dirty="0">
                <a:sym typeface="+mn-ea"/>
              </a:rPr>
              <a:t>开始标志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2:</a:t>
            </a:r>
            <a:r>
              <a:rPr lang="zh-CN" altLang="en-US" dirty="0">
                <a:sym typeface="+mn-ea"/>
              </a:rPr>
              <a:t>地址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3:</a:t>
            </a:r>
            <a:r>
              <a:rPr lang="zh-CN" altLang="en-US" dirty="0">
                <a:sym typeface="+mn-ea"/>
              </a:rPr>
              <a:t>命令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4:</a:t>
            </a:r>
            <a:r>
              <a:rPr lang="zh-CN" altLang="en-US" dirty="0">
                <a:sym typeface="+mn-ea"/>
              </a:rPr>
              <a:t>命令参数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5:</a:t>
            </a:r>
            <a:r>
              <a:rPr lang="zh-CN" altLang="en-US" dirty="0">
                <a:sym typeface="+mn-ea"/>
              </a:rPr>
              <a:t>信息长度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6:</a:t>
            </a:r>
            <a:r>
              <a:rPr lang="zh-CN" altLang="en-US" dirty="0">
                <a:sym typeface="+mn-ea"/>
              </a:rPr>
              <a:t>信息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7:</a:t>
            </a:r>
            <a:r>
              <a:rPr lang="zh-CN" altLang="en-US" dirty="0">
                <a:sym typeface="+mn-ea"/>
              </a:rPr>
              <a:t>校验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8:</a:t>
            </a:r>
            <a:r>
              <a:rPr lang="zh-CN" altLang="en-US" dirty="0">
                <a:sym typeface="+mn-ea"/>
              </a:rPr>
              <a:t>结束标志</a:t>
            </a:r>
            <a:endParaRPr lang="zh-CN" altLang="en-US" dirty="0"/>
          </a:p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dirty="0">
                <a:sym typeface="+mn-ea"/>
              </a:rPr>
              <a:t>串行通信协议中的转义</a:t>
            </a:r>
            <a:endParaRPr lang="zh-CN" alt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434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文本框 7"/>
          <p:cNvSpPr txBox="1"/>
          <p:nvPr/>
        </p:nvSpPr>
        <p:spPr>
          <a:xfrm>
            <a:off x="700088" y="1335088"/>
            <a:ext cx="8012112" cy="444627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在制作单片机的通讯协议时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常采用同步字的方式来定义通讯的开始和结束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在通讯中不可避免会产生与开始和结束标志相同的数据</a:t>
            </a:r>
            <a:r>
              <a:rPr lang="en-US" altLang="zh-CN" dirty="0">
                <a:sym typeface="+mn-ea"/>
              </a:rPr>
              <a:t>,</a:t>
            </a:r>
            <a:r>
              <a:rPr lang="zh-CN" altLang="en-US" dirty="0">
                <a:sym typeface="+mn-ea"/>
              </a:rPr>
              <a:t>因此要对与开始和结束标志相同的数据进行转义</a:t>
            </a:r>
            <a:r>
              <a:rPr lang="en-US" altLang="zh-CN">
                <a:sym typeface="+mn-ea"/>
              </a:rPr>
              <a:t>.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开始标志</a:t>
            </a:r>
            <a:r>
              <a:rPr lang="en-US" altLang="zh-CN">
                <a:sym typeface="+mn-ea"/>
              </a:rPr>
              <a:t>:0X7E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结束标志</a:t>
            </a:r>
            <a:r>
              <a:rPr lang="en-US" altLang="zh-CN">
                <a:sym typeface="+mn-ea"/>
              </a:rPr>
              <a:t>:0X7F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转义字符</a:t>
            </a:r>
            <a:r>
              <a:rPr lang="en-US" altLang="zh-CN">
                <a:sym typeface="+mn-ea"/>
              </a:rPr>
              <a:t>:0X7D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转义数据</a:t>
            </a:r>
            <a:r>
              <a:rPr lang="en-US" altLang="zh-CN">
                <a:sym typeface="+mn-ea"/>
              </a:rPr>
              <a:t>: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>
                <a:sym typeface="+mn-ea"/>
              </a:rPr>
              <a:t>0x7e:0x7d,0x5e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>
                <a:sym typeface="+mn-ea"/>
              </a:rPr>
              <a:t>0x7d:0x7d,0x5d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>
                <a:sym typeface="+mn-ea"/>
              </a:rPr>
              <a:t>0x7f:0x7d,0x5f</a:t>
            </a:r>
            <a:endParaRPr lang="en-US" altLang="zh-CN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dirty="0">
                <a:sym typeface="+mn-ea"/>
              </a:rPr>
              <a:t>串行通信协议中的校验</a:t>
            </a:r>
            <a:endParaRPr lang="zh-CN" alt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434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文本框 7"/>
          <p:cNvSpPr txBox="1"/>
          <p:nvPr/>
        </p:nvSpPr>
        <p:spPr>
          <a:xfrm>
            <a:off x="700088" y="1335088"/>
            <a:ext cx="8012112" cy="3117850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在通讯的过程中难免会出现通讯错误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因此必须对数据进行校验</a:t>
            </a:r>
            <a:r>
              <a:rPr lang="en-US" altLang="zh-CN" dirty="0">
                <a:sym typeface="+mn-ea"/>
              </a:rPr>
              <a:t>.</a:t>
            </a:r>
            <a:r>
              <a:rPr lang="zh-CN" altLang="en-US" dirty="0">
                <a:sym typeface="+mn-ea"/>
              </a:rPr>
              <a:t>常用的校验方法有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1:32</a:t>
            </a:r>
            <a:r>
              <a:rPr lang="zh-CN" altLang="en-US" dirty="0">
                <a:sym typeface="+mn-ea"/>
              </a:rPr>
              <a:t>位</a:t>
            </a:r>
            <a:r>
              <a:rPr lang="en-US" altLang="zh-CN" dirty="0">
                <a:sym typeface="+mn-ea"/>
              </a:rPr>
              <a:t>CRC</a:t>
            </a:r>
            <a:r>
              <a:rPr lang="zh-CN" altLang="en-US" dirty="0">
                <a:sym typeface="+mn-ea"/>
              </a:rPr>
              <a:t>校验</a:t>
            </a:r>
            <a:r>
              <a:rPr lang="en-US" altLang="zh-CN" dirty="0">
                <a:sym typeface="+mn-ea"/>
              </a:rPr>
              <a:t>(TCP/IP</a:t>
            </a:r>
            <a:r>
              <a:rPr lang="zh-CN" altLang="en-US" dirty="0">
                <a:sym typeface="+mn-ea"/>
              </a:rPr>
              <a:t>通讯</a:t>
            </a:r>
            <a:r>
              <a:rPr lang="en-US" altLang="zh-CN">
                <a:sym typeface="+mn-ea"/>
              </a:rPr>
              <a:t>)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en-US" altLang="zh-CN" dirty="0">
                <a:sym typeface="+mn-ea"/>
              </a:rPr>
              <a:t>2:</a:t>
            </a:r>
            <a:r>
              <a:rPr lang="zh-CN" altLang="en-US" dirty="0">
                <a:sym typeface="+mn-ea"/>
              </a:rPr>
              <a:t>校验和</a:t>
            </a:r>
            <a:endParaRPr lang="zh-CN" altLang="en-US" dirty="0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单片机中一般采用校验和的方式</a:t>
            </a:r>
            <a:r>
              <a:rPr lang="en-US" altLang="zh-CN">
                <a:sym typeface="+mn-ea"/>
              </a:rPr>
              <a:t>.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校验算法必须保证接收端所有的数据和为</a:t>
            </a:r>
            <a:r>
              <a:rPr lang="en-US" altLang="zh-CN">
                <a:sym typeface="+mn-ea"/>
              </a:rPr>
              <a:t>0</a:t>
            </a:r>
            <a:endParaRPr lang="en-US" altLang="zh-CN"/>
          </a:p>
          <a:p>
            <a:pPr>
              <a:lnSpc>
                <a:spcPct val="90000"/>
              </a:lnSpc>
            </a:pPr>
            <a:r>
              <a:rPr lang="zh-CN" altLang="en-US" dirty="0">
                <a:sym typeface="+mn-ea"/>
              </a:rPr>
              <a:t>校验和</a:t>
            </a:r>
            <a:r>
              <a:rPr lang="en-US" altLang="zh-CN" dirty="0">
                <a:sym typeface="+mn-ea"/>
              </a:rPr>
              <a:t>=0-</a:t>
            </a:r>
            <a:r>
              <a:rPr lang="zh-CN" altLang="en-US" dirty="0">
                <a:sym typeface="+mn-ea"/>
              </a:rPr>
              <a:t>不包括校验和的所有数据</a:t>
            </a:r>
            <a:r>
              <a:rPr lang="en-US" altLang="zh-CN">
                <a:sym typeface="+mn-ea"/>
              </a:rPr>
              <a:t>.</a:t>
            </a:r>
            <a:endParaRPr lang="en-US" altLang="zh-CN"/>
          </a:p>
          <a:p>
            <a:pPr>
              <a:lnSpc>
                <a:spcPct val="90000"/>
              </a:lnSpc>
            </a:pPr>
            <a:endParaRPr lang="zh-CN" altLang="en-US" dirty="0"/>
          </a:p>
          <a:p>
            <a:endParaRPr lang="zh-CN" altLang="zh-CN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dirty="0">
                <a:sym typeface="+mn-ea"/>
              </a:rPr>
              <a:t>本次项目实践采用的通讯协议</a:t>
            </a:r>
            <a:endParaRPr lang="zh-CN" altLang="zh-CN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434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7" name="文本框 7"/>
          <p:cNvSpPr txBox="1"/>
          <p:nvPr/>
        </p:nvSpPr>
        <p:spPr>
          <a:xfrm>
            <a:off x="700088" y="1335088"/>
            <a:ext cx="8012112" cy="3785652"/>
          </a:xfrm>
          <a:prstGeom prst="rect">
            <a:avLst/>
          </a:prstGeom>
          <a:noFill/>
          <a:ln w="9525">
            <a:noFill/>
          </a:ln>
        </p:spPr>
        <p:txBody>
          <a:bodyPr wrap="square" anchor="t">
            <a:spAutoFit/>
          </a:bodyPr>
          <a:lstStyle/>
          <a:p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、协议格式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/>
              <a:t>开始位  地址 命令  结束位</a:t>
            </a:r>
            <a:endParaRPr lang="en-US" altLang="zh-CN" dirty="0"/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开始：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0</a:t>
            </a:r>
            <a:r>
              <a:rPr lang="en-US" altLang="zh-CN" dirty="0"/>
              <a:t>X23</a:t>
            </a:r>
            <a:endParaRPr lang="en-US" altLang="zh-CN" dirty="0"/>
          </a:p>
          <a:p>
            <a:r>
              <a:rPr lang="zh-CN" altLang="en-US" dirty="0"/>
              <a:t>地址：</a:t>
            </a:r>
            <a:r>
              <a:rPr lang="en-US" altLang="zh-CN" dirty="0"/>
              <a:t>0-255</a:t>
            </a:r>
            <a:endParaRPr lang="en-US" altLang="zh-CN" dirty="0"/>
          </a:p>
          <a:p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命令：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1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：关灯 </a:t>
            </a:r>
            <a:r>
              <a:rPr lang="en-US" altLang="zh-CN" dirty="0">
                <a:latin typeface="Times New Roman" panose="02020603050405020304" pitchFamily="18" charset="0"/>
                <a:ea typeface="宋体" panose="02010600030101010101" pitchFamily="2" charset="-122"/>
              </a:rPr>
              <a:t>2</a:t>
            </a:r>
            <a:r>
              <a:rPr lang="zh-CN" altLang="en-US" dirty="0">
                <a:latin typeface="Times New Roman" panose="02020603050405020304" pitchFamily="18" charset="0"/>
                <a:ea typeface="宋体" panose="02010600030101010101" pitchFamily="2" charset="-122"/>
              </a:rPr>
              <a:t>：开灯</a:t>
            </a:r>
            <a:endParaRPr lang="en-US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  <a:p>
            <a:r>
              <a:rPr lang="zh-CN" altLang="en-US" dirty="0"/>
              <a:t>结束位：</a:t>
            </a:r>
            <a:r>
              <a:rPr lang="en-US" altLang="zh-CN" dirty="0"/>
              <a:t>0X3A</a:t>
            </a:r>
            <a:endParaRPr lang="en-US" altLang="zh-CN" dirty="0"/>
          </a:p>
          <a:p>
            <a:r>
              <a:rPr lang="zh-CN" altLang="en-US" dirty="0"/>
              <a:t>举例：</a:t>
            </a:r>
            <a:endParaRPr lang="en-US" altLang="zh-CN" dirty="0"/>
          </a:p>
          <a:p>
            <a:r>
              <a:rPr lang="zh-CN" altLang="en-US" dirty="0"/>
              <a:t>计算机向</a:t>
            </a:r>
            <a:r>
              <a:rPr lang="en-US" altLang="zh-CN" dirty="0"/>
              <a:t>CC2530</a:t>
            </a:r>
            <a:r>
              <a:rPr lang="zh-CN" altLang="en-US" dirty="0"/>
              <a:t>开发板发送命令 </a:t>
            </a:r>
            <a:r>
              <a:rPr lang="en-US" altLang="zh-CN" dirty="0"/>
              <a:t>LED1</a:t>
            </a:r>
            <a:r>
              <a:rPr lang="zh-CN" altLang="en-US" dirty="0"/>
              <a:t>开灯</a:t>
            </a:r>
            <a:endParaRPr lang="en-US" altLang="zh-CN" dirty="0"/>
          </a:p>
          <a:p>
            <a:r>
              <a:rPr lang="en-US" altLang="zh-CN" dirty="0"/>
              <a:t>0X23 0X01 0X02 0X3A</a:t>
            </a:r>
            <a:endParaRPr lang="en-US" altLang="zh-CN" dirty="0"/>
          </a:p>
          <a:p>
            <a:endParaRPr lang="zh-CN" altLang="zh-CN" dirty="0">
              <a:latin typeface="Times New Roman" panose="02020603050405020304" pitchFamily="18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13730" name="标题 713729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pPr fontAlgn="base"/>
            <a:br>
              <a:rPr lang="zh-CN" altLang="en-US" b="1" dirty="0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b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</a:br>
            <a:r>
              <a:rPr lang="zh-CN" altLang="en-US" b="1" strike="noStrike" noProof="1">
                <a:solidFill>
                  <a:schemeClr val="tx1"/>
                </a:solidFill>
                <a:uFillTx/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上位机控制</a:t>
            </a:r>
            <a:endParaRPr lang="zh-CN" altLang="en-US" b="1" strike="noStrike" noProof="1">
              <a:solidFill>
                <a:schemeClr val="tx1"/>
              </a:solidFill>
              <a:uFillTx/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</p:txBody>
      </p:sp>
      <p:sp>
        <p:nvSpPr>
          <p:cNvPr id="18434" name="日期占位符 1"/>
          <p:cNvSpPr>
            <a:spLocks noGrp="1"/>
          </p:cNvSpPr>
          <p:nvPr>
            <p:ph type="dt" sz="half" idx="10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5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8436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aphicFrame>
        <p:nvGraphicFramePr>
          <p:cNvPr id="2" name="内容占位符 1"/>
          <p:cNvGraphicFramePr>
            <a:graphicFrameLocks noGrp="1"/>
          </p:cNvGraphicFramePr>
          <p:nvPr>
            <p:ph idx="1"/>
          </p:nvPr>
        </p:nvGraphicFramePr>
        <p:xfrm>
          <a:off x="566738" y="1434625"/>
          <a:ext cx="8001000" cy="4491987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spid="_x0000_s7173" name="" r:id="rId1" imgW="8991600" imgH="5048250" progId="Paint.Picture">
                  <p:embed/>
                </p:oleObj>
              </mc:Choice>
              <mc:Fallback>
                <p:oleObj name="" r:id="rId1" imgW="8991600" imgH="5048250" progId="Paint.Picture">
                  <p:embed/>
                  <p:pic>
                    <p:nvPicPr>
                      <p:cNvPr id="0" name="图片 2"/>
                      <p:cNvPicPr/>
                      <p:nvPr/>
                    </p:nvPicPr>
                    <p:blipFill>
                      <a:blip r:embed="rId2"/>
                      <a:stretch>
                        <a:fillRect/>
                      </a:stretch>
                    </p:blipFill>
                    <p:spPr>
                      <a:xfrm>
                        <a:off x="566738" y="1434625"/>
                        <a:ext cx="8001000" cy="4491987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zh-CN"/>
              <a:t>串口通信项目实践</a:t>
            </a:r>
            <a:endParaRPr lang="zh-CN" altLang="zh-CN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en-US" altLang="zh-CN" dirty="0"/>
              <a:t>1</a:t>
            </a:r>
            <a:r>
              <a:rPr lang="zh-CN" altLang="en-US" dirty="0"/>
              <a:t>：按下</a:t>
            </a:r>
            <a:r>
              <a:rPr lang="en-US" altLang="zh-CN" dirty="0"/>
              <a:t>S5</a:t>
            </a:r>
            <a:r>
              <a:rPr lang="zh-CN" altLang="en-US" dirty="0"/>
              <a:t>键 开发板向计算机发送</a:t>
            </a:r>
            <a:r>
              <a:rPr lang="en-US" altLang="zh-CN" dirty="0"/>
              <a:t>“OK”,</a:t>
            </a:r>
            <a:endParaRPr lang="en-US" altLang="zh-CN" dirty="0"/>
          </a:p>
          <a:p>
            <a:pPr marL="0" indent="0">
              <a:buNone/>
            </a:pPr>
            <a:r>
              <a:rPr lang="en-US" altLang="zh-CN" dirty="0"/>
              <a:t>2</a:t>
            </a:r>
            <a:r>
              <a:rPr lang="zh-CN" altLang="en-US" dirty="0"/>
              <a:t>：计算机向开发板发送命令（带通讯协议） ：</a:t>
            </a:r>
            <a:r>
              <a:rPr lang="en-US" altLang="zh-CN" dirty="0"/>
              <a:t>LED1</a:t>
            </a:r>
            <a:r>
              <a:rPr lang="zh-CN" altLang="en-US" dirty="0"/>
              <a:t>亮 </a:t>
            </a:r>
            <a:r>
              <a:rPr lang="en-US" altLang="zh-CN" dirty="0"/>
              <a:t>LED1</a:t>
            </a:r>
            <a:r>
              <a:rPr lang="zh-CN" altLang="en-US" dirty="0"/>
              <a:t>熄灭</a:t>
            </a:r>
            <a:endParaRPr lang="zh-CN" altLang="en-US" dirty="0"/>
          </a:p>
          <a:p>
            <a:pPr marL="0" indent="0">
              <a:buNone/>
            </a:pPr>
            <a:r>
              <a:rPr lang="en-US" altLang="zh-CN" dirty="0"/>
              <a:t>3</a:t>
            </a:r>
            <a:r>
              <a:rPr lang="zh-CN" altLang="en-US" dirty="0"/>
              <a:t>：按键采用中断方式，串口通讯采用中断方式</a:t>
            </a:r>
            <a:endParaRPr lang="zh-CN" altLang="en-US" dirty="0"/>
          </a:p>
          <a:p>
            <a:pPr marL="0" indent="0">
              <a:buNone/>
            </a:pPr>
            <a:endParaRPr lang="en-US" altLang="zh-CN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pPr lvl="0" fontAlgn="base">
              <a:buClrTx/>
            </a:pPr>
            <a:fld id="{BB962C8B-B14F-4D97-AF65-F5344CB8AC3E}" type="datetime1">
              <a:rPr lang="zh-CN" altLang="en-US" strike="noStrike" noProof="1" dirty="0">
                <a:latin typeface="Verdana" panose="020B0604030504040204" pitchFamily="34" charset="0"/>
                <a:ea typeface="宋体" panose="02010600030101010101" pitchFamily="2" charset="-122"/>
                <a:cs typeface="+mn-cs"/>
              </a:rPr>
            </a:fld>
            <a:endParaRPr lang="zh-CN" altLang="en-US" strike="noStrike" noProof="1">
              <a:latin typeface="Times New Roman" panose="02020603050405020304" pitchFamily="18" charset="0"/>
            </a:endParaRP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457" name="标题 182273"/>
          <p:cNvSpPr>
            <a:spLocks noGrp="1"/>
          </p:cNvSpPr>
          <p:nvPr>
            <p:ph type="title"/>
          </p:nvPr>
        </p:nvSpPr>
        <p:spPr/>
        <p:txBody>
          <a:bodyPr anchor="b"/>
          <a:lstStyle/>
          <a:p>
            <a:r>
              <a:rPr lang="en-US" altLang="zh-CN"/>
              <a:t>Q&amp;A</a:t>
            </a:r>
            <a:endParaRPr lang="en-US" altLang="zh-CN"/>
          </a:p>
        </p:txBody>
      </p:sp>
      <p:sp>
        <p:nvSpPr>
          <p:cNvPr id="19458" name="文本占位符 182274"/>
          <p:cNvSpPr>
            <a:spLocks noGrp="1"/>
          </p:cNvSpPr>
          <p:nvPr>
            <p:ph type="body" sz="half" idx="2"/>
          </p:nvPr>
        </p:nvSpPr>
        <p:spPr>
          <a:xfrm>
            <a:off x="1524000" y="5518150"/>
            <a:ext cx="6875463" cy="471488"/>
          </a:xfrm>
        </p:spPr>
        <p:txBody>
          <a:bodyPr anchor="t"/>
          <a:lstStyle/>
          <a:p>
            <a:pPr>
              <a:buClr>
                <a:schemeClr val="folHlink"/>
              </a:buClr>
              <a:buSzTx/>
              <a:buFont typeface="Wingdings" panose="05000000000000000000" pitchFamily="2" charset="2"/>
            </a:pPr>
            <a:r>
              <a:rPr lang="zh-CN" altLang="en-US" sz="2200" dirty="0"/>
              <a:t>请提问！</a:t>
            </a:r>
            <a:endParaRPr lang="zh-CN" altLang="en-US" sz="2200" dirty="0"/>
          </a:p>
        </p:txBody>
      </p:sp>
      <p:sp>
        <p:nvSpPr>
          <p:cNvPr id="19459" name="文本框 182275"/>
          <p:cNvSpPr txBox="1"/>
          <p:nvPr/>
        </p:nvSpPr>
        <p:spPr>
          <a:xfrm>
            <a:off x="5940425" y="2852738"/>
            <a:ext cx="2570163" cy="1555750"/>
          </a:xfrm>
          <a:prstGeom prst="rect">
            <a:avLst/>
          </a:prstGeom>
          <a:noFill/>
          <a:ln w="9525">
            <a:noFill/>
          </a:ln>
        </p:spPr>
        <p:txBody>
          <a:bodyPr wrap="none" anchor="t">
            <a:spAutoFit/>
          </a:bodyPr>
          <a:lstStyle/>
          <a:p>
            <a:r>
              <a:rPr lang="en-US" altLang="zh-CN" sz="4800" b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THANK</a:t>
            </a:r>
            <a:endParaRPr lang="en-US" altLang="zh-CN" sz="4800" b="1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  <a:p>
            <a:r>
              <a:rPr lang="en-US" altLang="zh-CN" sz="4800" b="1">
                <a:solidFill>
                  <a:schemeClr val="hlink"/>
                </a:solidFill>
                <a:latin typeface="Verdana" panose="020B0604030504040204" pitchFamily="34" charset="0"/>
                <a:ea typeface="宋体" panose="02010600030101010101" pitchFamily="2" charset="-122"/>
              </a:rPr>
              <a:t>YOU</a:t>
            </a:r>
            <a:endParaRPr lang="en-US" altLang="zh-CN" sz="4800" b="1">
              <a:solidFill>
                <a:schemeClr val="hlink"/>
              </a:solidFill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grpSp>
        <p:nvGrpSpPr>
          <p:cNvPr id="19460" name="组合 182278"/>
          <p:cNvGrpSpPr>
            <a:grpSpLocks noChangeAspect="1"/>
          </p:cNvGrpSpPr>
          <p:nvPr/>
        </p:nvGrpSpPr>
        <p:grpSpPr>
          <a:xfrm>
            <a:off x="611188" y="5445125"/>
            <a:ext cx="865187" cy="638175"/>
            <a:chOff x="385" y="3430"/>
            <a:chExt cx="545" cy="402"/>
          </a:xfrm>
        </p:grpSpPr>
        <p:sp>
          <p:nvSpPr>
            <p:cNvPr id="19461" name="矩形 182277"/>
            <p:cNvSpPr>
              <a:spLocks noChangeAspect="1" noTextEdit="1"/>
            </p:cNvSpPr>
            <p:nvPr/>
          </p:nvSpPr>
          <p:spPr>
            <a:xfrm>
              <a:off x="385" y="3430"/>
              <a:ext cx="545" cy="402"/>
            </a:xfrm>
            <a:prstGeom prst="rect">
              <a:avLst/>
            </a:prstGeom>
            <a:noFill/>
            <a:ln w="9525">
              <a:noFill/>
            </a:ln>
          </p:spPr>
          <p:txBody>
            <a:bodyPr anchor="t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2" name="任意多边形 182279"/>
            <p:cNvSpPr/>
            <p:nvPr/>
          </p:nvSpPr>
          <p:spPr>
            <a:xfrm>
              <a:off x="385" y="3430"/>
              <a:ext cx="545" cy="373"/>
            </a:xfrm>
            <a:custGeom>
              <a:avLst/>
              <a:gdLst/>
              <a:ahLst/>
              <a:cxnLst/>
              <a:rect l="0" t="0" r="0" b="0"/>
              <a:pathLst>
                <a:path w="2180" h="1493">
                  <a:moveTo>
                    <a:pt x="1817" y="1234"/>
                  </a:moveTo>
                  <a:lnTo>
                    <a:pt x="1858" y="1183"/>
                  </a:lnTo>
                  <a:lnTo>
                    <a:pt x="1893" y="1128"/>
                  </a:lnTo>
                  <a:lnTo>
                    <a:pt x="1924" y="1071"/>
                  </a:lnTo>
                  <a:lnTo>
                    <a:pt x="1951" y="1011"/>
                  </a:lnTo>
                  <a:lnTo>
                    <a:pt x="1971" y="947"/>
                  </a:lnTo>
                  <a:lnTo>
                    <a:pt x="1986" y="882"/>
                  </a:lnTo>
                  <a:lnTo>
                    <a:pt x="1997" y="816"/>
                  </a:lnTo>
                  <a:lnTo>
                    <a:pt x="1999" y="747"/>
                  </a:lnTo>
                  <a:lnTo>
                    <a:pt x="1995" y="671"/>
                  </a:lnTo>
                  <a:lnTo>
                    <a:pt x="1984" y="597"/>
                  </a:lnTo>
                  <a:lnTo>
                    <a:pt x="1966" y="526"/>
                  </a:lnTo>
                  <a:lnTo>
                    <a:pt x="1941" y="457"/>
                  </a:lnTo>
                  <a:lnTo>
                    <a:pt x="1909" y="391"/>
                  </a:lnTo>
                  <a:lnTo>
                    <a:pt x="1872" y="330"/>
                  </a:lnTo>
                  <a:lnTo>
                    <a:pt x="1829" y="272"/>
                  </a:lnTo>
                  <a:lnTo>
                    <a:pt x="1780" y="219"/>
                  </a:lnTo>
                  <a:lnTo>
                    <a:pt x="1727" y="171"/>
                  </a:lnTo>
                  <a:lnTo>
                    <a:pt x="1669" y="127"/>
                  </a:lnTo>
                  <a:lnTo>
                    <a:pt x="1608" y="90"/>
                  </a:lnTo>
                  <a:lnTo>
                    <a:pt x="1542" y="59"/>
                  </a:lnTo>
                  <a:lnTo>
                    <a:pt x="1473" y="33"/>
                  </a:lnTo>
                  <a:lnTo>
                    <a:pt x="1402" y="15"/>
                  </a:lnTo>
                  <a:lnTo>
                    <a:pt x="1328" y="4"/>
                  </a:lnTo>
                  <a:lnTo>
                    <a:pt x="1252" y="0"/>
                  </a:lnTo>
                  <a:lnTo>
                    <a:pt x="1252" y="43"/>
                  </a:lnTo>
                  <a:lnTo>
                    <a:pt x="1323" y="47"/>
                  </a:lnTo>
                  <a:lnTo>
                    <a:pt x="1393" y="57"/>
                  </a:lnTo>
                  <a:lnTo>
                    <a:pt x="1461" y="75"/>
                  </a:lnTo>
                  <a:lnTo>
                    <a:pt x="1525" y="99"/>
                  </a:lnTo>
                  <a:lnTo>
                    <a:pt x="1587" y="129"/>
                  </a:lnTo>
                  <a:lnTo>
                    <a:pt x="1645" y="164"/>
                  </a:lnTo>
                  <a:lnTo>
                    <a:pt x="1699" y="204"/>
                  </a:lnTo>
                  <a:lnTo>
                    <a:pt x="1748" y="250"/>
                  </a:lnTo>
                  <a:lnTo>
                    <a:pt x="1794" y="299"/>
                  </a:lnTo>
                  <a:lnTo>
                    <a:pt x="1835" y="354"/>
                  </a:lnTo>
                  <a:lnTo>
                    <a:pt x="1869" y="413"/>
                  </a:lnTo>
                  <a:lnTo>
                    <a:pt x="1900" y="474"/>
                  </a:lnTo>
                  <a:lnTo>
                    <a:pt x="1923" y="539"/>
                  </a:lnTo>
                  <a:lnTo>
                    <a:pt x="1941" y="606"/>
                  </a:lnTo>
                  <a:lnTo>
                    <a:pt x="1951" y="676"/>
                  </a:lnTo>
                  <a:lnTo>
                    <a:pt x="1955" y="747"/>
                  </a:lnTo>
                  <a:lnTo>
                    <a:pt x="1951" y="816"/>
                  </a:lnTo>
                  <a:lnTo>
                    <a:pt x="1942" y="882"/>
                  </a:lnTo>
                  <a:lnTo>
                    <a:pt x="1925" y="946"/>
                  </a:lnTo>
                  <a:lnTo>
                    <a:pt x="1904" y="1008"/>
                  </a:lnTo>
                  <a:lnTo>
                    <a:pt x="1877" y="1067"/>
                  </a:lnTo>
                  <a:lnTo>
                    <a:pt x="1845" y="1123"/>
                  </a:lnTo>
                  <a:lnTo>
                    <a:pt x="1808" y="1176"/>
                  </a:lnTo>
                  <a:lnTo>
                    <a:pt x="1766" y="1225"/>
                  </a:lnTo>
                  <a:lnTo>
                    <a:pt x="1720" y="1269"/>
                  </a:lnTo>
                  <a:lnTo>
                    <a:pt x="1671" y="1310"/>
                  </a:lnTo>
                  <a:lnTo>
                    <a:pt x="1617" y="1347"/>
                  </a:lnTo>
                  <a:lnTo>
                    <a:pt x="1560" y="1378"/>
                  </a:lnTo>
                  <a:lnTo>
                    <a:pt x="1500" y="1403"/>
                  </a:lnTo>
                  <a:lnTo>
                    <a:pt x="1438" y="1423"/>
                  </a:lnTo>
                  <a:lnTo>
                    <a:pt x="1373" y="1439"/>
                  </a:lnTo>
                  <a:lnTo>
                    <a:pt x="1305" y="1446"/>
                  </a:lnTo>
                  <a:lnTo>
                    <a:pt x="1214" y="1446"/>
                  </a:lnTo>
                  <a:lnTo>
                    <a:pt x="1214" y="1448"/>
                  </a:lnTo>
                  <a:lnTo>
                    <a:pt x="1164" y="1442"/>
                  </a:lnTo>
                  <a:lnTo>
                    <a:pt x="1115" y="1435"/>
                  </a:lnTo>
                  <a:lnTo>
                    <a:pt x="1067" y="1423"/>
                  </a:lnTo>
                  <a:lnTo>
                    <a:pt x="1021" y="1409"/>
                  </a:lnTo>
                  <a:lnTo>
                    <a:pt x="975" y="1392"/>
                  </a:lnTo>
                  <a:lnTo>
                    <a:pt x="932" y="1371"/>
                  </a:lnTo>
                  <a:lnTo>
                    <a:pt x="890" y="1347"/>
                  </a:lnTo>
                  <a:lnTo>
                    <a:pt x="849" y="1322"/>
                  </a:lnTo>
                  <a:lnTo>
                    <a:pt x="810" y="1292"/>
                  </a:lnTo>
                  <a:lnTo>
                    <a:pt x="774" y="1260"/>
                  </a:lnTo>
                  <a:lnTo>
                    <a:pt x="740" y="1226"/>
                  </a:lnTo>
                  <a:lnTo>
                    <a:pt x="707" y="1189"/>
                  </a:lnTo>
                  <a:lnTo>
                    <a:pt x="677" y="1150"/>
                  </a:lnTo>
                  <a:lnTo>
                    <a:pt x="651" y="1109"/>
                  </a:lnTo>
                  <a:lnTo>
                    <a:pt x="626" y="1066"/>
                  </a:lnTo>
                  <a:lnTo>
                    <a:pt x="605" y="1020"/>
                  </a:lnTo>
                  <a:lnTo>
                    <a:pt x="564" y="1036"/>
                  </a:lnTo>
                  <a:lnTo>
                    <a:pt x="577" y="1063"/>
                  </a:lnTo>
                  <a:lnTo>
                    <a:pt x="590" y="1090"/>
                  </a:lnTo>
                  <a:lnTo>
                    <a:pt x="604" y="1115"/>
                  </a:lnTo>
                  <a:lnTo>
                    <a:pt x="619" y="1141"/>
                  </a:lnTo>
                  <a:lnTo>
                    <a:pt x="634" y="1165"/>
                  </a:lnTo>
                  <a:lnTo>
                    <a:pt x="651" y="1188"/>
                  </a:lnTo>
                  <a:lnTo>
                    <a:pt x="669" y="1211"/>
                  </a:lnTo>
                  <a:lnTo>
                    <a:pt x="686" y="1234"/>
                  </a:lnTo>
                  <a:lnTo>
                    <a:pt x="213" y="1234"/>
                  </a:lnTo>
                  <a:lnTo>
                    <a:pt x="213" y="1277"/>
                  </a:lnTo>
                  <a:lnTo>
                    <a:pt x="713" y="1277"/>
                  </a:lnTo>
                  <a:lnTo>
                    <a:pt x="716" y="1278"/>
                  </a:lnTo>
                  <a:lnTo>
                    <a:pt x="722" y="1283"/>
                  </a:lnTo>
                  <a:lnTo>
                    <a:pt x="731" y="1290"/>
                  </a:lnTo>
                  <a:lnTo>
                    <a:pt x="742" y="1297"/>
                  </a:lnTo>
                  <a:lnTo>
                    <a:pt x="755" y="1306"/>
                  </a:lnTo>
                  <a:lnTo>
                    <a:pt x="768" y="1316"/>
                  </a:lnTo>
                  <a:lnTo>
                    <a:pt x="781" y="1325"/>
                  </a:lnTo>
                  <a:lnTo>
                    <a:pt x="792" y="1334"/>
                  </a:lnTo>
                  <a:lnTo>
                    <a:pt x="0" y="1334"/>
                  </a:lnTo>
                  <a:lnTo>
                    <a:pt x="0" y="1378"/>
                  </a:lnTo>
                  <a:lnTo>
                    <a:pt x="854" y="1378"/>
                  </a:lnTo>
                  <a:lnTo>
                    <a:pt x="876" y="1392"/>
                  </a:lnTo>
                  <a:lnTo>
                    <a:pt x="899" y="1404"/>
                  </a:lnTo>
                  <a:lnTo>
                    <a:pt x="922" y="1416"/>
                  </a:lnTo>
                  <a:lnTo>
                    <a:pt x="946" y="1427"/>
                  </a:lnTo>
                  <a:lnTo>
                    <a:pt x="969" y="1437"/>
                  </a:lnTo>
                  <a:lnTo>
                    <a:pt x="993" y="1446"/>
                  </a:lnTo>
                  <a:lnTo>
                    <a:pt x="1019" y="1455"/>
                  </a:lnTo>
                  <a:lnTo>
                    <a:pt x="1043" y="1463"/>
                  </a:lnTo>
                  <a:lnTo>
                    <a:pt x="1068" y="1470"/>
                  </a:lnTo>
                  <a:lnTo>
                    <a:pt x="1094" y="1476"/>
                  </a:lnTo>
                  <a:lnTo>
                    <a:pt x="1119" y="1482"/>
                  </a:lnTo>
                  <a:lnTo>
                    <a:pt x="1146" y="1486"/>
                  </a:lnTo>
                  <a:lnTo>
                    <a:pt x="1171" y="1490"/>
                  </a:lnTo>
                  <a:lnTo>
                    <a:pt x="1198" y="1491"/>
                  </a:lnTo>
                  <a:lnTo>
                    <a:pt x="1225" y="1493"/>
                  </a:lnTo>
                  <a:lnTo>
                    <a:pt x="1252" y="1493"/>
                  </a:lnTo>
                  <a:lnTo>
                    <a:pt x="1259" y="1493"/>
                  </a:lnTo>
                  <a:lnTo>
                    <a:pt x="1266" y="1493"/>
                  </a:lnTo>
                  <a:lnTo>
                    <a:pt x="1273" y="1493"/>
                  </a:lnTo>
                  <a:lnTo>
                    <a:pt x="1280" y="1492"/>
                  </a:lnTo>
                  <a:lnTo>
                    <a:pt x="1286" y="1492"/>
                  </a:lnTo>
                  <a:lnTo>
                    <a:pt x="1292" y="1492"/>
                  </a:lnTo>
                  <a:lnTo>
                    <a:pt x="1300" y="1491"/>
                  </a:lnTo>
                  <a:lnTo>
                    <a:pt x="1306" y="1491"/>
                  </a:lnTo>
                  <a:lnTo>
                    <a:pt x="1956" y="1491"/>
                  </a:lnTo>
                  <a:lnTo>
                    <a:pt x="1956" y="1446"/>
                  </a:lnTo>
                  <a:lnTo>
                    <a:pt x="1511" y="1446"/>
                  </a:lnTo>
                  <a:lnTo>
                    <a:pt x="1531" y="1439"/>
                  </a:lnTo>
                  <a:lnTo>
                    <a:pt x="1550" y="1431"/>
                  </a:lnTo>
                  <a:lnTo>
                    <a:pt x="1569" y="1422"/>
                  </a:lnTo>
                  <a:lnTo>
                    <a:pt x="1587" y="1413"/>
                  </a:lnTo>
                  <a:lnTo>
                    <a:pt x="1604" y="1404"/>
                  </a:lnTo>
                  <a:lnTo>
                    <a:pt x="1622" y="1394"/>
                  </a:lnTo>
                  <a:lnTo>
                    <a:pt x="1640" y="1384"/>
                  </a:lnTo>
                  <a:lnTo>
                    <a:pt x="1657" y="1374"/>
                  </a:lnTo>
                  <a:lnTo>
                    <a:pt x="1674" y="1362"/>
                  </a:lnTo>
                  <a:lnTo>
                    <a:pt x="1691" y="1351"/>
                  </a:lnTo>
                  <a:lnTo>
                    <a:pt x="1706" y="1338"/>
                  </a:lnTo>
                  <a:lnTo>
                    <a:pt x="1723" y="1325"/>
                  </a:lnTo>
                  <a:lnTo>
                    <a:pt x="1738" y="1313"/>
                  </a:lnTo>
                  <a:lnTo>
                    <a:pt x="1753" y="1299"/>
                  </a:lnTo>
                  <a:lnTo>
                    <a:pt x="1769" y="1285"/>
                  </a:lnTo>
                  <a:lnTo>
                    <a:pt x="1783" y="1271"/>
                  </a:lnTo>
                  <a:lnTo>
                    <a:pt x="1783" y="1277"/>
                  </a:lnTo>
                  <a:lnTo>
                    <a:pt x="2180" y="1277"/>
                  </a:lnTo>
                  <a:lnTo>
                    <a:pt x="2180" y="1234"/>
                  </a:lnTo>
                  <a:lnTo>
                    <a:pt x="1817" y="1234"/>
                  </a:lnTo>
                  <a:close/>
                </a:path>
              </a:pathLst>
            </a:custGeom>
            <a:solidFill>
              <a:srgbClr val="0000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  <p:sp>
          <p:nvSpPr>
            <p:cNvPr id="19463" name="矩形 182280"/>
            <p:cNvSpPr/>
            <p:nvPr/>
          </p:nvSpPr>
          <p:spPr>
            <a:xfrm>
              <a:off x="563" y="3821"/>
              <a:ext cx="217" cy="11"/>
            </a:xfrm>
            <a:prstGeom prst="rect">
              <a:avLst/>
            </a:prstGeom>
            <a:solidFill>
              <a:srgbClr val="000000"/>
            </a:solidFill>
            <a:ln w="9525">
              <a:noFill/>
            </a:ln>
          </p:spPr>
          <p:txBody>
            <a:bodyPr anchor="t"/>
            <a:lstStyle/>
            <a:p>
              <a:endParaRPr lang="zh-CN" altLang="en-US">
                <a:latin typeface="Times New Roman" panose="02020603050405020304" pitchFamily="18" charset="0"/>
                <a:ea typeface="宋体" panose="02010600030101010101" pitchFamily="2" charset="-122"/>
              </a:endParaRPr>
            </a:p>
          </p:txBody>
        </p:sp>
        <p:sp>
          <p:nvSpPr>
            <p:cNvPr id="19464" name="任意多边形 182281"/>
            <p:cNvSpPr/>
            <p:nvPr/>
          </p:nvSpPr>
          <p:spPr>
            <a:xfrm>
              <a:off x="559" y="3475"/>
              <a:ext cx="281" cy="281"/>
            </a:xfrm>
            <a:custGeom>
              <a:avLst/>
              <a:gdLst/>
              <a:ahLst/>
              <a:cxnLst/>
              <a:rect l="0" t="0" r="0" b="0"/>
              <a:pathLst>
                <a:path w="1124" h="1124">
                  <a:moveTo>
                    <a:pt x="816" y="61"/>
                  </a:moveTo>
                  <a:lnTo>
                    <a:pt x="849" y="80"/>
                  </a:lnTo>
                  <a:lnTo>
                    <a:pt x="882" y="100"/>
                  </a:lnTo>
                  <a:lnTo>
                    <a:pt x="913" y="123"/>
                  </a:lnTo>
                  <a:lnTo>
                    <a:pt x="942" y="147"/>
                  </a:lnTo>
                  <a:lnTo>
                    <a:pt x="969" y="174"/>
                  </a:lnTo>
                  <a:lnTo>
                    <a:pt x="994" y="202"/>
                  </a:lnTo>
                  <a:lnTo>
                    <a:pt x="1017" y="233"/>
                  </a:lnTo>
                  <a:lnTo>
                    <a:pt x="1039" y="264"/>
                  </a:lnTo>
                  <a:lnTo>
                    <a:pt x="1058" y="297"/>
                  </a:lnTo>
                  <a:lnTo>
                    <a:pt x="1074" y="332"/>
                  </a:lnTo>
                  <a:lnTo>
                    <a:pt x="1090" y="367"/>
                  </a:lnTo>
                  <a:lnTo>
                    <a:pt x="1101" y="404"/>
                  </a:lnTo>
                  <a:lnTo>
                    <a:pt x="1111" y="443"/>
                  </a:lnTo>
                  <a:lnTo>
                    <a:pt x="1119" y="482"/>
                  </a:lnTo>
                  <a:lnTo>
                    <a:pt x="1123" y="522"/>
                  </a:lnTo>
                  <a:lnTo>
                    <a:pt x="1124" y="562"/>
                  </a:lnTo>
                  <a:lnTo>
                    <a:pt x="1121" y="620"/>
                  </a:lnTo>
                  <a:lnTo>
                    <a:pt x="1112" y="676"/>
                  </a:lnTo>
                  <a:lnTo>
                    <a:pt x="1098" y="729"/>
                  </a:lnTo>
                  <a:lnTo>
                    <a:pt x="1079" y="780"/>
                  </a:lnTo>
                  <a:lnTo>
                    <a:pt x="1056" y="830"/>
                  </a:lnTo>
                  <a:lnTo>
                    <a:pt x="1027" y="875"/>
                  </a:lnTo>
                  <a:lnTo>
                    <a:pt x="995" y="919"/>
                  </a:lnTo>
                  <a:lnTo>
                    <a:pt x="960" y="959"/>
                  </a:lnTo>
                  <a:lnTo>
                    <a:pt x="919" y="995"/>
                  </a:lnTo>
                  <a:lnTo>
                    <a:pt x="876" y="1028"/>
                  </a:lnTo>
                  <a:lnTo>
                    <a:pt x="830" y="1056"/>
                  </a:lnTo>
                  <a:lnTo>
                    <a:pt x="780" y="1079"/>
                  </a:lnTo>
                  <a:lnTo>
                    <a:pt x="728" y="1098"/>
                  </a:lnTo>
                  <a:lnTo>
                    <a:pt x="674" y="1112"/>
                  </a:lnTo>
                  <a:lnTo>
                    <a:pt x="618" y="1121"/>
                  </a:lnTo>
                  <a:lnTo>
                    <a:pt x="561" y="1124"/>
                  </a:lnTo>
                  <a:lnTo>
                    <a:pt x="504" y="1121"/>
                  </a:lnTo>
                  <a:lnTo>
                    <a:pt x="448" y="1112"/>
                  </a:lnTo>
                  <a:lnTo>
                    <a:pt x="394" y="1098"/>
                  </a:lnTo>
                  <a:lnTo>
                    <a:pt x="343" y="1079"/>
                  </a:lnTo>
                  <a:lnTo>
                    <a:pt x="294" y="1056"/>
                  </a:lnTo>
                  <a:lnTo>
                    <a:pt x="248" y="1028"/>
                  </a:lnTo>
                  <a:lnTo>
                    <a:pt x="205" y="995"/>
                  </a:lnTo>
                  <a:lnTo>
                    <a:pt x="164" y="959"/>
                  </a:lnTo>
                  <a:lnTo>
                    <a:pt x="128" y="919"/>
                  </a:lnTo>
                  <a:lnTo>
                    <a:pt x="95" y="875"/>
                  </a:lnTo>
                  <a:lnTo>
                    <a:pt x="67" y="830"/>
                  </a:lnTo>
                  <a:lnTo>
                    <a:pt x="44" y="780"/>
                  </a:lnTo>
                  <a:lnTo>
                    <a:pt x="25" y="729"/>
                  </a:lnTo>
                  <a:lnTo>
                    <a:pt x="11" y="676"/>
                  </a:lnTo>
                  <a:lnTo>
                    <a:pt x="2" y="620"/>
                  </a:lnTo>
                  <a:lnTo>
                    <a:pt x="0" y="562"/>
                  </a:lnTo>
                  <a:lnTo>
                    <a:pt x="1" y="523"/>
                  </a:lnTo>
                  <a:lnTo>
                    <a:pt x="5" y="485"/>
                  </a:lnTo>
                  <a:lnTo>
                    <a:pt x="11" y="448"/>
                  </a:lnTo>
                  <a:lnTo>
                    <a:pt x="20" y="411"/>
                  </a:lnTo>
                  <a:lnTo>
                    <a:pt x="31" y="375"/>
                  </a:lnTo>
                  <a:lnTo>
                    <a:pt x="45" y="341"/>
                  </a:lnTo>
                  <a:lnTo>
                    <a:pt x="61" y="306"/>
                  </a:lnTo>
                  <a:lnTo>
                    <a:pt x="78" y="275"/>
                  </a:lnTo>
                  <a:lnTo>
                    <a:pt x="99" y="244"/>
                  </a:lnTo>
                  <a:lnTo>
                    <a:pt x="121" y="215"/>
                  </a:lnTo>
                  <a:lnTo>
                    <a:pt x="143" y="187"/>
                  </a:lnTo>
                  <a:lnTo>
                    <a:pt x="169" y="160"/>
                  </a:lnTo>
                  <a:lnTo>
                    <a:pt x="196" y="136"/>
                  </a:lnTo>
                  <a:lnTo>
                    <a:pt x="225" y="113"/>
                  </a:lnTo>
                  <a:lnTo>
                    <a:pt x="254" y="91"/>
                  </a:lnTo>
                  <a:lnTo>
                    <a:pt x="286" y="72"/>
                  </a:lnTo>
                  <a:lnTo>
                    <a:pt x="481" y="401"/>
                  </a:lnTo>
                  <a:lnTo>
                    <a:pt x="472" y="406"/>
                  </a:lnTo>
                  <a:lnTo>
                    <a:pt x="463" y="412"/>
                  </a:lnTo>
                  <a:lnTo>
                    <a:pt x="454" y="417"/>
                  </a:lnTo>
                  <a:lnTo>
                    <a:pt x="446" y="423"/>
                  </a:lnTo>
                  <a:lnTo>
                    <a:pt x="438" y="430"/>
                  </a:lnTo>
                  <a:lnTo>
                    <a:pt x="430" y="436"/>
                  </a:lnTo>
                  <a:lnTo>
                    <a:pt x="422" y="443"/>
                  </a:lnTo>
                  <a:lnTo>
                    <a:pt x="415" y="450"/>
                  </a:lnTo>
                  <a:lnTo>
                    <a:pt x="406" y="458"/>
                  </a:lnTo>
                  <a:lnTo>
                    <a:pt x="396" y="469"/>
                  </a:lnTo>
                  <a:lnTo>
                    <a:pt x="383" y="481"/>
                  </a:lnTo>
                  <a:lnTo>
                    <a:pt x="371" y="495"/>
                  </a:lnTo>
                  <a:lnTo>
                    <a:pt x="360" y="509"/>
                  </a:lnTo>
                  <a:lnTo>
                    <a:pt x="350" y="523"/>
                  </a:lnTo>
                  <a:lnTo>
                    <a:pt x="343" y="536"/>
                  </a:lnTo>
                  <a:lnTo>
                    <a:pt x="341" y="546"/>
                  </a:lnTo>
                  <a:lnTo>
                    <a:pt x="342" y="552"/>
                  </a:lnTo>
                  <a:lnTo>
                    <a:pt x="346" y="557"/>
                  </a:lnTo>
                  <a:lnTo>
                    <a:pt x="351" y="561"/>
                  </a:lnTo>
                  <a:lnTo>
                    <a:pt x="357" y="562"/>
                  </a:lnTo>
                  <a:lnTo>
                    <a:pt x="368" y="558"/>
                  </a:lnTo>
                  <a:lnTo>
                    <a:pt x="379" y="550"/>
                  </a:lnTo>
                  <a:lnTo>
                    <a:pt x="393" y="536"/>
                  </a:lnTo>
                  <a:lnTo>
                    <a:pt x="408" y="519"/>
                  </a:lnTo>
                  <a:lnTo>
                    <a:pt x="425" y="504"/>
                  </a:lnTo>
                  <a:lnTo>
                    <a:pt x="441" y="490"/>
                  </a:lnTo>
                  <a:lnTo>
                    <a:pt x="459" y="481"/>
                  </a:lnTo>
                  <a:lnTo>
                    <a:pt x="477" y="477"/>
                  </a:lnTo>
                  <a:lnTo>
                    <a:pt x="485" y="479"/>
                  </a:lnTo>
                  <a:lnTo>
                    <a:pt x="491" y="486"/>
                  </a:lnTo>
                  <a:lnTo>
                    <a:pt x="494" y="497"/>
                  </a:lnTo>
                  <a:lnTo>
                    <a:pt x="490" y="513"/>
                  </a:lnTo>
                  <a:lnTo>
                    <a:pt x="413" y="711"/>
                  </a:lnTo>
                  <a:lnTo>
                    <a:pt x="408" y="723"/>
                  </a:lnTo>
                  <a:lnTo>
                    <a:pt x="401" y="742"/>
                  </a:lnTo>
                  <a:lnTo>
                    <a:pt x="392" y="765"/>
                  </a:lnTo>
                  <a:lnTo>
                    <a:pt x="383" y="791"/>
                  </a:lnTo>
                  <a:lnTo>
                    <a:pt x="374" y="819"/>
                  </a:lnTo>
                  <a:lnTo>
                    <a:pt x="366" y="849"/>
                  </a:lnTo>
                  <a:lnTo>
                    <a:pt x="361" y="877"/>
                  </a:lnTo>
                  <a:lnTo>
                    <a:pt x="360" y="901"/>
                  </a:lnTo>
                  <a:lnTo>
                    <a:pt x="361" y="919"/>
                  </a:lnTo>
                  <a:lnTo>
                    <a:pt x="365" y="933"/>
                  </a:lnTo>
                  <a:lnTo>
                    <a:pt x="373" y="945"/>
                  </a:lnTo>
                  <a:lnTo>
                    <a:pt x="382" y="956"/>
                  </a:lnTo>
                  <a:lnTo>
                    <a:pt x="393" y="963"/>
                  </a:lnTo>
                  <a:lnTo>
                    <a:pt x="407" y="968"/>
                  </a:lnTo>
                  <a:lnTo>
                    <a:pt x="422" y="971"/>
                  </a:lnTo>
                  <a:lnTo>
                    <a:pt x="439" y="972"/>
                  </a:lnTo>
                  <a:lnTo>
                    <a:pt x="463" y="971"/>
                  </a:lnTo>
                  <a:lnTo>
                    <a:pt x="489" y="966"/>
                  </a:lnTo>
                  <a:lnTo>
                    <a:pt x="514" y="957"/>
                  </a:lnTo>
                  <a:lnTo>
                    <a:pt x="538" y="947"/>
                  </a:lnTo>
                  <a:lnTo>
                    <a:pt x="562" y="934"/>
                  </a:lnTo>
                  <a:lnTo>
                    <a:pt x="587" y="920"/>
                  </a:lnTo>
                  <a:lnTo>
                    <a:pt x="608" y="903"/>
                  </a:lnTo>
                  <a:lnTo>
                    <a:pt x="630" y="887"/>
                  </a:lnTo>
                  <a:lnTo>
                    <a:pt x="649" y="870"/>
                  </a:lnTo>
                  <a:lnTo>
                    <a:pt x="667" y="854"/>
                  </a:lnTo>
                  <a:lnTo>
                    <a:pt x="682" y="837"/>
                  </a:lnTo>
                  <a:lnTo>
                    <a:pt x="696" y="821"/>
                  </a:lnTo>
                  <a:lnTo>
                    <a:pt x="706" y="807"/>
                  </a:lnTo>
                  <a:lnTo>
                    <a:pt x="715" y="794"/>
                  </a:lnTo>
                  <a:lnTo>
                    <a:pt x="720" y="784"/>
                  </a:lnTo>
                  <a:lnTo>
                    <a:pt x="722" y="775"/>
                  </a:lnTo>
                  <a:lnTo>
                    <a:pt x="720" y="767"/>
                  </a:lnTo>
                  <a:lnTo>
                    <a:pt x="716" y="761"/>
                  </a:lnTo>
                  <a:lnTo>
                    <a:pt x="711" y="756"/>
                  </a:lnTo>
                  <a:lnTo>
                    <a:pt x="706" y="754"/>
                  </a:lnTo>
                  <a:lnTo>
                    <a:pt x="697" y="758"/>
                  </a:lnTo>
                  <a:lnTo>
                    <a:pt x="686" y="767"/>
                  </a:lnTo>
                  <a:lnTo>
                    <a:pt x="671" y="779"/>
                  </a:lnTo>
                  <a:lnTo>
                    <a:pt x="655" y="793"/>
                  </a:lnTo>
                  <a:lnTo>
                    <a:pt x="637" y="808"/>
                  </a:lnTo>
                  <a:lnTo>
                    <a:pt x="621" y="819"/>
                  </a:lnTo>
                  <a:lnTo>
                    <a:pt x="603" y="828"/>
                  </a:lnTo>
                  <a:lnTo>
                    <a:pt x="588" y="832"/>
                  </a:lnTo>
                  <a:lnTo>
                    <a:pt x="581" y="831"/>
                  </a:lnTo>
                  <a:lnTo>
                    <a:pt x="576" y="827"/>
                  </a:lnTo>
                  <a:lnTo>
                    <a:pt x="574" y="821"/>
                  </a:lnTo>
                  <a:lnTo>
                    <a:pt x="573" y="814"/>
                  </a:lnTo>
                  <a:lnTo>
                    <a:pt x="575" y="797"/>
                  </a:lnTo>
                  <a:lnTo>
                    <a:pt x="580" y="777"/>
                  </a:lnTo>
                  <a:lnTo>
                    <a:pt x="588" y="758"/>
                  </a:lnTo>
                  <a:lnTo>
                    <a:pt x="594" y="742"/>
                  </a:lnTo>
                  <a:lnTo>
                    <a:pt x="677" y="523"/>
                  </a:lnTo>
                  <a:lnTo>
                    <a:pt x="690" y="479"/>
                  </a:lnTo>
                  <a:lnTo>
                    <a:pt x="694" y="445"/>
                  </a:lnTo>
                  <a:lnTo>
                    <a:pt x="691" y="417"/>
                  </a:lnTo>
                  <a:lnTo>
                    <a:pt x="681" y="395"/>
                  </a:lnTo>
                  <a:lnTo>
                    <a:pt x="667" y="380"/>
                  </a:lnTo>
                  <a:lnTo>
                    <a:pt x="649" y="371"/>
                  </a:lnTo>
                  <a:lnTo>
                    <a:pt x="629" y="365"/>
                  </a:lnTo>
                  <a:lnTo>
                    <a:pt x="608" y="364"/>
                  </a:lnTo>
                  <a:lnTo>
                    <a:pt x="592" y="365"/>
                  </a:lnTo>
                  <a:lnTo>
                    <a:pt x="574" y="366"/>
                  </a:lnTo>
                  <a:lnTo>
                    <a:pt x="557" y="369"/>
                  </a:lnTo>
                  <a:lnTo>
                    <a:pt x="542" y="374"/>
                  </a:lnTo>
                  <a:lnTo>
                    <a:pt x="525" y="379"/>
                  </a:lnTo>
                  <a:lnTo>
                    <a:pt x="510" y="385"/>
                  </a:lnTo>
                  <a:lnTo>
                    <a:pt x="495" y="393"/>
                  </a:lnTo>
                  <a:lnTo>
                    <a:pt x="481" y="401"/>
                  </a:lnTo>
                  <a:lnTo>
                    <a:pt x="286" y="72"/>
                  </a:lnTo>
                  <a:lnTo>
                    <a:pt x="301" y="63"/>
                  </a:lnTo>
                  <a:lnTo>
                    <a:pt x="317" y="56"/>
                  </a:lnTo>
                  <a:lnTo>
                    <a:pt x="333" y="48"/>
                  </a:lnTo>
                  <a:lnTo>
                    <a:pt x="348" y="42"/>
                  </a:lnTo>
                  <a:lnTo>
                    <a:pt x="365" y="35"/>
                  </a:lnTo>
                  <a:lnTo>
                    <a:pt x="382" y="29"/>
                  </a:lnTo>
                  <a:lnTo>
                    <a:pt x="399" y="24"/>
                  </a:lnTo>
                  <a:lnTo>
                    <a:pt x="416" y="19"/>
                  </a:lnTo>
                  <a:lnTo>
                    <a:pt x="434" y="15"/>
                  </a:lnTo>
                  <a:lnTo>
                    <a:pt x="452" y="11"/>
                  </a:lnTo>
                  <a:lnTo>
                    <a:pt x="469" y="7"/>
                  </a:lnTo>
                  <a:lnTo>
                    <a:pt x="487" y="5"/>
                  </a:lnTo>
                  <a:lnTo>
                    <a:pt x="505" y="2"/>
                  </a:lnTo>
                  <a:lnTo>
                    <a:pt x="524" y="1"/>
                  </a:lnTo>
                  <a:lnTo>
                    <a:pt x="542" y="0"/>
                  </a:lnTo>
                  <a:lnTo>
                    <a:pt x="561" y="0"/>
                  </a:lnTo>
                  <a:lnTo>
                    <a:pt x="578" y="0"/>
                  </a:lnTo>
                  <a:lnTo>
                    <a:pt x="595" y="1"/>
                  </a:lnTo>
                  <a:lnTo>
                    <a:pt x="612" y="2"/>
                  </a:lnTo>
                  <a:lnTo>
                    <a:pt x="629" y="3"/>
                  </a:lnTo>
                  <a:lnTo>
                    <a:pt x="645" y="6"/>
                  </a:lnTo>
                  <a:lnTo>
                    <a:pt x="662" y="8"/>
                  </a:lnTo>
                  <a:lnTo>
                    <a:pt x="678" y="12"/>
                  </a:lnTo>
                  <a:lnTo>
                    <a:pt x="695" y="15"/>
                  </a:lnTo>
                  <a:lnTo>
                    <a:pt x="710" y="20"/>
                  </a:lnTo>
                  <a:lnTo>
                    <a:pt x="725" y="24"/>
                  </a:lnTo>
                  <a:lnTo>
                    <a:pt x="742" y="29"/>
                  </a:lnTo>
                  <a:lnTo>
                    <a:pt x="757" y="34"/>
                  </a:lnTo>
                  <a:lnTo>
                    <a:pt x="771" y="40"/>
                  </a:lnTo>
                  <a:lnTo>
                    <a:pt x="786" y="47"/>
                  </a:lnTo>
                  <a:lnTo>
                    <a:pt x="802" y="53"/>
                  </a:lnTo>
                  <a:lnTo>
                    <a:pt x="816" y="61"/>
                  </a:lnTo>
                  <a:lnTo>
                    <a:pt x="733" y="141"/>
                  </a:lnTo>
                  <a:lnTo>
                    <a:pt x="728" y="137"/>
                  </a:lnTo>
                  <a:lnTo>
                    <a:pt x="722" y="134"/>
                  </a:lnTo>
                  <a:lnTo>
                    <a:pt x="715" y="132"/>
                  </a:lnTo>
                  <a:lnTo>
                    <a:pt x="709" y="129"/>
                  </a:lnTo>
                  <a:lnTo>
                    <a:pt x="701" y="128"/>
                  </a:lnTo>
                  <a:lnTo>
                    <a:pt x="695" y="127"/>
                  </a:lnTo>
                  <a:lnTo>
                    <a:pt x="687" y="126"/>
                  </a:lnTo>
                  <a:lnTo>
                    <a:pt x="680" y="126"/>
                  </a:lnTo>
                  <a:lnTo>
                    <a:pt x="658" y="128"/>
                  </a:lnTo>
                  <a:lnTo>
                    <a:pt x="639" y="133"/>
                  </a:lnTo>
                  <a:lnTo>
                    <a:pt x="621" y="143"/>
                  </a:lnTo>
                  <a:lnTo>
                    <a:pt x="604" y="156"/>
                  </a:lnTo>
                  <a:lnTo>
                    <a:pt x="592" y="171"/>
                  </a:lnTo>
                  <a:lnTo>
                    <a:pt x="581" y="188"/>
                  </a:lnTo>
                  <a:lnTo>
                    <a:pt x="575" y="208"/>
                  </a:lnTo>
                  <a:lnTo>
                    <a:pt x="573" y="229"/>
                  </a:lnTo>
                  <a:lnTo>
                    <a:pt x="574" y="248"/>
                  </a:lnTo>
                  <a:lnTo>
                    <a:pt x="579" y="264"/>
                  </a:lnTo>
                  <a:lnTo>
                    <a:pt x="587" y="280"/>
                  </a:lnTo>
                  <a:lnTo>
                    <a:pt x="597" y="292"/>
                  </a:lnTo>
                  <a:lnTo>
                    <a:pt x="609" y="303"/>
                  </a:lnTo>
                  <a:lnTo>
                    <a:pt x="625" y="310"/>
                  </a:lnTo>
                  <a:lnTo>
                    <a:pt x="643" y="315"/>
                  </a:lnTo>
                  <a:lnTo>
                    <a:pt x="662" y="317"/>
                  </a:lnTo>
                  <a:lnTo>
                    <a:pt x="683" y="314"/>
                  </a:lnTo>
                  <a:lnTo>
                    <a:pt x="704" y="309"/>
                  </a:lnTo>
                  <a:lnTo>
                    <a:pt x="722" y="300"/>
                  </a:lnTo>
                  <a:lnTo>
                    <a:pt x="737" y="287"/>
                  </a:lnTo>
                  <a:lnTo>
                    <a:pt x="751" y="272"/>
                  </a:lnTo>
                  <a:lnTo>
                    <a:pt x="760" y="254"/>
                  </a:lnTo>
                  <a:lnTo>
                    <a:pt x="766" y="235"/>
                  </a:lnTo>
                  <a:lnTo>
                    <a:pt x="769" y="213"/>
                  </a:lnTo>
                  <a:lnTo>
                    <a:pt x="766" y="190"/>
                  </a:lnTo>
                  <a:lnTo>
                    <a:pt x="760" y="171"/>
                  </a:lnTo>
                  <a:lnTo>
                    <a:pt x="748" y="154"/>
                  </a:lnTo>
                  <a:lnTo>
                    <a:pt x="733" y="141"/>
                  </a:lnTo>
                  <a:lnTo>
                    <a:pt x="816" y="61"/>
                  </a:lnTo>
                  <a:close/>
                </a:path>
              </a:pathLst>
            </a:custGeom>
            <a:solidFill>
              <a:srgbClr val="00AA00"/>
            </a:solidFill>
            <a:ln w="9525">
              <a:noFill/>
            </a:ln>
          </p:spPr>
          <p:txBody>
            <a:bodyPr/>
            <a:lstStyle/>
            <a:p>
              <a:endParaRPr lang="zh-CN" altLang="en-US"/>
            </a:p>
          </p:txBody>
        </p:sp>
      </p:grpSp>
      <p:sp>
        <p:nvSpPr>
          <p:cNvPr id="19465" name="日期占位符 1"/>
          <p:cNvSpPr>
            <a:spLocks noGrp="1"/>
          </p:cNvSpPr>
          <p:nvPr>
            <p:ph type="dt" sz="half" idx="10"/>
          </p:nvPr>
        </p:nvSpPr>
        <p:spPr>
          <a:xfrm>
            <a:off x="3779838" y="6237288"/>
            <a:ext cx="1655762" cy="476250"/>
          </a:xfrm>
        </p:spPr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/>
            <a:fld id="{BB962C8B-B14F-4D97-AF65-F5344CB8AC3E}" type="datetime1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6" name="页脚占位符 2"/>
          <p:cNvSpPr>
            <a:spLocks noGrp="1"/>
          </p:cNvSpPr>
          <p:nvPr>
            <p:ph type="ftr" sz="quarter" idx="11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ctr"/>
            <a:r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  <a:t>Hwadee</a:t>
            </a:r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  <p:sp>
        <p:nvSpPr>
          <p:cNvPr id="19467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 anchor="t"/>
          <a:lstStyle>
            <a:lvl1pPr marL="0" lvl="0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</a:defRPr>
            </a:lvl1pPr>
            <a:lvl2pPr marL="457200" lvl="1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2pPr>
            <a:lvl3pPr marL="914400" lvl="2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3pPr>
            <a:lvl4pPr marL="1371600" lvl="3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4pPr>
            <a:lvl5pPr marL="1828800" lvl="4" indent="0" algn="l" defTabSz="91440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FontTx/>
              <a:buNone/>
              <a:defRPr sz="2400" b="0" i="0" u="none" kern="1200" baseline="0">
                <a:solidFill>
                  <a:schemeClr val="tx1"/>
                </a:solidFill>
                <a:latin typeface="Times New Roman" panose="02020603050405020304" pitchFamily="18" charset="0"/>
                <a:ea typeface="宋体" panose="02010600030101010101" pitchFamily="2" charset="-122"/>
                <a:cs typeface="+mn-cs"/>
              </a:defRPr>
            </a:lvl5pPr>
          </a:lstStyle>
          <a:p>
            <a:pPr lvl="0" indent="0" algn="r"/>
            <a:fld id="{9A0DB2DC-4C9A-4742-B13C-FB6460FD3503}" type="slidenum">
              <a:rPr lang="zh-CN" altLang="en-US" sz="1200" dirty="0">
                <a:latin typeface="Verdana" panose="020B0604030504040204" pitchFamily="34" charset="0"/>
                <a:ea typeface="宋体" panose="02010600030101010101" pitchFamily="2" charset="-122"/>
              </a:rPr>
            </a:fld>
            <a:endParaRPr lang="zh-CN" altLang="en-US" sz="1200" dirty="0">
              <a:latin typeface="Verdana" panose="020B0604030504040204" pitchFamily="34" charset="0"/>
              <a:ea typeface="宋体" panose="02010600030101010101" pitchFamily="2" charset="-122"/>
            </a:endParaRPr>
          </a:p>
        </p:txBody>
      </p:sp>
    </p:spTree>
  </p:cSld>
  <p:clrMapOvr>
    <a:masterClrMapping/>
  </p:clrMapOvr>
  <p:transition spd="med" advClick="0" advTm="0">
    <p:newsflash/>
  </p:transition>
</p:sld>
</file>

<file path=ppt/tags/tag1.xml><?xml version="1.0" encoding="utf-8"?>
<p:tagLst xmlns:p="http://schemas.openxmlformats.org/presentationml/2006/main">
  <p:tag name="commondata" val="eyJoZGlkIjoiZjVhNTdjYTFmYjlkYzBlMzRlMGY0ZGJjMTYzNzBiMzkifQ=="/>
</p:tagLst>
</file>

<file path=ppt/theme/theme1.xml><?xml version="1.0" encoding="utf-8"?>
<a:theme xmlns:a="http://schemas.openxmlformats.org/drawingml/2006/main" name="培训教材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808080"/>
      </a:lt2>
      <a:accent1>
        <a:srgbClr val="BBE0E3"/>
      </a:accent1>
      <a:accent2>
        <a:srgbClr val="333399"/>
      </a:accent2>
      <a:accent3>
        <a:srgbClr val="FFFFFF"/>
      </a:accent3>
      <a:accent4>
        <a:srgbClr val="000000"/>
      </a:accent4>
      <a:accent5>
        <a:srgbClr val="D9EDEE"/>
      </a:accent5>
      <a:accent6>
        <a:srgbClr val="2D2D89"/>
      </a:accent6>
      <a:hlink>
        <a:srgbClr val="009999"/>
      </a:hlink>
      <a:folHlink>
        <a:srgbClr val="99CC00"/>
      </a:folHlink>
    </a:clrScheme>
    <a:fontScheme name="">
      <a:majorFont>
        <a:latin typeface="Arial"/>
        <a:ea typeface="宋体"/>
        <a:cs typeface=""/>
      </a:majorFont>
      <a:minorFont>
        <a:latin typeface="Arial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BBE0E3"/>
        </a:accent1>
        <a:accent2>
          <a:srgbClr val="333399"/>
        </a:accent2>
        <a:accent3>
          <a:srgbClr val="FFFFFF"/>
        </a:accent3>
        <a:accent4>
          <a:srgbClr val="000000"/>
        </a:accent4>
        <a:accent5>
          <a:srgbClr val="D9EDEE"/>
        </a:accent5>
        <a:accent6>
          <a:srgbClr val="2D2D89"/>
        </a:accent6>
        <a:hlink>
          <a:srgbClr val="009999"/>
        </a:hlink>
        <a:folHlink>
          <a:srgbClr val="99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969696"/>
        </a:lt2>
        <a:accent1>
          <a:srgbClr val="FBDF53"/>
        </a:accent1>
        <a:accent2>
          <a:srgbClr val="FF9966"/>
        </a:accent2>
        <a:accent3>
          <a:srgbClr val="FFFFFF"/>
        </a:accent3>
        <a:accent4>
          <a:srgbClr val="000000"/>
        </a:accent4>
        <a:accent5>
          <a:srgbClr val="FDECB4"/>
        </a:accent5>
        <a:accent6>
          <a:srgbClr val="E5895B"/>
        </a:accent6>
        <a:hlink>
          <a:srgbClr val="CC3300"/>
        </a:hlink>
        <a:folHlink>
          <a:srgbClr val="9966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808080"/>
        </a:lt2>
        <a:accent1>
          <a:srgbClr val="99CCFF"/>
        </a:accent1>
        <a:accent2>
          <a:srgbClr val="CCCCFF"/>
        </a:accent2>
        <a:accent3>
          <a:srgbClr val="FFFFFF"/>
        </a:accent3>
        <a:accent4>
          <a:srgbClr val="000000"/>
        </a:accent4>
        <a:accent5>
          <a:srgbClr val="CAE2FF"/>
        </a:accent5>
        <a:accent6>
          <a:srgbClr val="B7B7E5"/>
        </a:accent6>
        <a:hlink>
          <a:srgbClr val="3333CC"/>
        </a:hlink>
        <a:folHlink>
          <a:srgbClr val="AF67FF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DEF6F1"/>
        </a:lt1>
        <a:dk2>
          <a:srgbClr val="000000"/>
        </a:dk2>
        <a:lt2>
          <a:srgbClr val="969696"/>
        </a:lt2>
        <a:accent1>
          <a:srgbClr val="FFFFFF"/>
        </a:accent1>
        <a:accent2>
          <a:srgbClr val="8DC6FF"/>
        </a:accent2>
        <a:accent3>
          <a:srgbClr val="EBFAF7"/>
        </a:accent3>
        <a:accent4>
          <a:srgbClr val="000000"/>
        </a:accent4>
        <a:accent5>
          <a:srgbClr val="FFFFFF"/>
        </a:accent5>
        <a:accent6>
          <a:srgbClr val="7EB1E5"/>
        </a:accent6>
        <a:hlink>
          <a:srgbClr val="0066CC"/>
        </a:hlink>
        <a:folHlink>
          <a:srgbClr val="00A8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D9"/>
        </a:lt1>
        <a:dk2>
          <a:srgbClr val="000000"/>
        </a:dk2>
        <a:lt2>
          <a:srgbClr val="777777"/>
        </a:lt2>
        <a:accent1>
          <a:srgbClr val="FFFFF7"/>
        </a:accent1>
        <a:accent2>
          <a:srgbClr val="33CCCC"/>
        </a:accent2>
        <a:accent3>
          <a:srgbClr val="FFFFE9"/>
        </a:accent3>
        <a:accent4>
          <a:srgbClr val="000000"/>
        </a:accent4>
        <a:accent5>
          <a:srgbClr val="FFFFFA"/>
        </a:accent5>
        <a:accent6>
          <a:srgbClr val="2DB7B7"/>
        </a:accent6>
        <a:hlink>
          <a:srgbClr val="FF5050"/>
        </a:hlink>
        <a:folHlink>
          <a:srgbClr val="FF99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8080"/>
        </a:lt1>
        <a:dk2>
          <a:srgbClr val="FFFF99"/>
        </a:dk2>
        <a:lt2>
          <a:srgbClr val="005A58"/>
        </a:lt2>
        <a:accent1>
          <a:srgbClr val="006462"/>
        </a:accent1>
        <a:accent2>
          <a:srgbClr val="6D6FC7"/>
        </a:accent2>
        <a:accent3>
          <a:srgbClr val="AAC1C1"/>
        </a:accent3>
        <a:accent4>
          <a:srgbClr val="DCDCDC"/>
        </a:accent4>
        <a:accent5>
          <a:srgbClr val="AAB8B8"/>
        </a:accent5>
        <a:accent6>
          <a:srgbClr val="6163B2"/>
        </a:accent6>
        <a:hlink>
          <a:srgbClr val="00FFFF"/>
        </a:hlink>
        <a:folHlink>
          <a:srgbClr val="00FF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800000"/>
        </a:lt1>
        <a:dk2>
          <a:srgbClr val="DFD293"/>
        </a:dk2>
        <a:lt2>
          <a:srgbClr val="5C1F00"/>
        </a:lt2>
        <a:accent1>
          <a:srgbClr val="CC3300"/>
        </a:accent1>
        <a:accent2>
          <a:srgbClr val="BE7960"/>
        </a:accent2>
        <a:accent3>
          <a:srgbClr val="C1AAAA"/>
        </a:accent3>
        <a:accent4>
          <a:srgbClr val="DCDCDC"/>
        </a:accent4>
        <a:accent5>
          <a:srgbClr val="E2ADAA"/>
        </a:accent5>
        <a:accent6>
          <a:srgbClr val="AA6C55"/>
        </a:accent6>
        <a:hlink>
          <a:srgbClr val="FFFF99"/>
        </a:hlink>
        <a:folHlink>
          <a:srgbClr val="D3A21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99"/>
        </a:lt1>
        <a:dk2>
          <a:srgbClr val="CCFFFF"/>
        </a:dk2>
        <a:lt2>
          <a:srgbClr val="003366"/>
        </a:lt2>
        <a:accent1>
          <a:srgbClr val="3366CC"/>
        </a:accent1>
        <a:accent2>
          <a:srgbClr val="00B000"/>
        </a:accent2>
        <a:accent3>
          <a:srgbClr val="AAAACA"/>
        </a:accent3>
        <a:accent4>
          <a:srgbClr val="DCDCDC"/>
        </a:accent4>
        <a:accent5>
          <a:srgbClr val="ADB9E2"/>
        </a:accent5>
        <a:accent6>
          <a:srgbClr val="009D00"/>
        </a:accent6>
        <a:hlink>
          <a:srgbClr val="66CCFF"/>
        </a:hlink>
        <a:folHlink>
          <a:srgbClr val="FFE701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E3EBF1"/>
        </a:dk2>
        <a:lt2>
          <a:srgbClr val="336699"/>
        </a:lt2>
        <a:accent1>
          <a:srgbClr val="003399"/>
        </a:accent1>
        <a:accent2>
          <a:srgbClr val="468A4B"/>
        </a:accent2>
        <a:accent3>
          <a:srgbClr val="AAAAAA"/>
        </a:accent3>
        <a:accent4>
          <a:srgbClr val="DCDCDC"/>
        </a:accent4>
        <a:accent5>
          <a:srgbClr val="AAADCA"/>
        </a:accent5>
        <a:accent6>
          <a:srgbClr val="3E7B43"/>
        </a:accent6>
        <a:hlink>
          <a:srgbClr val="66CCFF"/>
        </a:hlink>
        <a:folHlink>
          <a:srgbClr val="F0E5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86B5D"/>
        </a:lt1>
        <a:dk2>
          <a:srgbClr val="D1D1CB"/>
        </a:dk2>
        <a:lt2>
          <a:srgbClr val="777777"/>
        </a:lt2>
        <a:accent1>
          <a:srgbClr val="909082"/>
        </a:accent1>
        <a:accent2>
          <a:srgbClr val="809EA8"/>
        </a:accent2>
        <a:accent3>
          <a:srgbClr val="B9BAB6"/>
        </a:accent3>
        <a:accent4>
          <a:srgbClr val="DCDCDC"/>
        </a:accent4>
        <a:accent5>
          <a:srgbClr val="C7C7C1"/>
        </a:accent5>
        <a:accent6>
          <a:srgbClr val="728D96"/>
        </a:accent6>
        <a:hlink>
          <a:srgbClr val="FFCC66"/>
        </a:hlink>
        <a:folHlink>
          <a:srgbClr val="E9DCB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666699"/>
        </a:lt1>
        <a:dk2>
          <a:srgbClr val="FFFFFF"/>
        </a:dk2>
        <a:lt2>
          <a:srgbClr val="3E3E5C"/>
        </a:lt2>
        <a:accent1>
          <a:srgbClr val="60597B"/>
        </a:accent1>
        <a:accent2>
          <a:srgbClr val="6666FF"/>
        </a:accent2>
        <a:accent3>
          <a:srgbClr val="B9B9CA"/>
        </a:accent3>
        <a:accent4>
          <a:srgbClr val="DCDCDC"/>
        </a:accent4>
        <a:accent5>
          <a:srgbClr val="B7B5BF"/>
        </a:accent5>
        <a:accent6>
          <a:srgbClr val="5B5BE5"/>
        </a:accent6>
        <a:hlink>
          <a:srgbClr val="99CCFF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23E26"/>
        </a:lt1>
        <a:dk2>
          <a:srgbClr val="DFC08D"/>
        </a:dk2>
        <a:lt2>
          <a:srgbClr val="2D2015"/>
        </a:lt2>
        <a:accent1>
          <a:srgbClr val="8C7B70"/>
        </a:accent1>
        <a:accent2>
          <a:srgbClr val="8F5F2F"/>
        </a:accent2>
        <a:accent3>
          <a:srgbClr val="B3AFAB"/>
        </a:accent3>
        <a:accent4>
          <a:srgbClr val="DCDCDC"/>
        </a:accent4>
        <a:accent5>
          <a:srgbClr val="C5BFBC"/>
        </a:accent5>
        <a:accent6>
          <a:srgbClr val="805529"/>
        </a:accent6>
        <a:hlink>
          <a:srgbClr val="CCB400"/>
        </a:hlink>
        <a:folHlink>
          <a:srgbClr val="8C9EA0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4.xml><?xml version="1.0" encoding="utf-8"?>
<a:theme xmlns:a="http://schemas.openxmlformats.org/drawingml/2006/main" name="1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5.xml><?xml version="1.0" encoding="utf-8"?>
<a:theme xmlns:a="http://schemas.openxmlformats.org/drawingml/2006/main" name="2_默认设计模板">
  <a:themeElements>
    <a:clrScheme name="">
      <a:dk1>
        <a:srgbClr val="000000"/>
      </a:dk1>
      <a:lt1>
        <a:srgbClr val="FFFFFF"/>
      </a:lt1>
      <a:dk2>
        <a:srgbClr val="000000"/>
      </a:dk2>
      <a:lt2>
        <a:srgbClr val="DDDDDD"/>
      </a:lt2>
      <a:accent1>
        <a:srgbClr val="A3B2C1"/>
      </a:accent1>
      <a:accent2>
        <a:srgbClr val="CC0000"/>
      </a:accent2>
      <a:accent3>
        <a:srgbClr val="FFFFFF"/>
      </a:accent3>
      <a:accent4>
        <a:srgbClr val="000000"/>
      </a:accent4>
      <a:accent5>
        <a:srgbClr val="CED5DC"/>
      </a:accent5>
      <a:accent6>
        <a:srgbClr val="B70000"/>
      </a:accent6>
      <a:hlink>
        <a:srgbClr val="336699"/>
      </a:hlink>
      <a:folHlink>
        <a:srgbClr val="003366"/>
      </a:folHlink>
    </a:clrScheme>
    <a:fontScheme name="">
      <a:majorFont>
        <a:latin typeface="Verdana"/>
        <a:ea typeface="宋体"/>
        <a:cs typeface=""/>
      </a:majorFont>
      <a:minorFont>
        <a:latin typeface="Verdana"/>
        <a:ea typeface="宋体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raClrSchemeLst>
    <a:extraClrScheme>
      <a:clrScheme name="">
        <a:dk1>
          <a:srgbClr val="FFFFFF"/>
        </a:dk1>
        <a:lt1>
          <a:srgbClr val="800000"/>
        </a:lt1>
        <a:dk2>
          <a:srgbClr val="FFFFFF"/>
        </a:dk2>
        <a:lt2>
          <a:srgbClr val="A50021"/>
        </a:lt2>
        <a:accent1>
          <a:srgbClr val="FF9900"/>
        </a:accent1>
        <a:accent2>
          <a:srgbClr val="FF3300"/>
        </a:accent2>
        <a:accent3>
          <a:srgbClr val="C1AAAA"/>
        </a:accent3>
        <a:accent4>
          <a:srgbClr val="DCDCDC"/>
        </a:accent4>
        <a:accent5>
          <a:srgbClr val="FFCAAA"/>
        </a:accent5>
        <a:accent6>
          <a:srgbClr val="E52D00"/>
        </a:accent6>
        <a:hlink>
          <a:srgbClr val="FFFFCC"/>
        </a:hlink>
        <a:folHlink>
          <a:srgbClr val="FFCC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51072E"/>
        </a:lt1>
        <a:dk2>
          <a:srgbClr val="FFFFFF"/>
        </a:dk2>
        <a:lt2>
          <a:srgbClr val="3C001E"/>
        </a:lt2>
        <a:accent1>
          <a:srgbClr val="89A38F"/>
        </a:accent1>
        <a:accent2>
          <a:srgbClr val="666699"/>
        </a:accent2>
        <a:accent3>
          <a:srgbClr val="B3AAAC"/>
        </a:accent3>
        <a:accent4>
          <a:srgbClr val="DCDCDC"/>
        </a:accent4>
        <a:accent5>
          <a:srgbClr val="C4CEC6"/>
        </a:accent5>
        <a:accent6>
          <a:srgbClr val="5B5B89"/>
        </a:accent6>
        <a:hlink>
          <a:srgbClr val="808000"/>
        </a:hlink>
        <a:folHlink>
          <a:srgbClr val="666633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0000"/>
        </a:lt1>
        <a:dk2>
          <a:srgbClr val="FFFFFF"/>
        </a:dk2>
        <a:lt2>
          <a:srgbClr val="333333"/>
        </a:lt2>
        <a:accent1>
          <a:srgbClr val="3399FF"/>
        </a:accent1>
        <a:accent2>
          <a:srgbClr val="CC0000"/>
        </a:accent2>
        <a:accent3>
          <a:srgbClr val="AAAAAA"/>
        </a:accent3>
        <a:accent4>
          <a:srgbClr val="DCDCDC"/>
        </a:accent4>
        <a:accent5>
          <a:srgbClr val="ADCAFF"/>
        </a:accent5>
        <a:accent6>
          <a:srgbClr val="B70000"/>
        </a:accent6>
        <a:hlink>
          <a:srgbClr val="666699"/>
        </a:hlink>
        <a:folHlink>
          <a:srgbClr val="6600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0000"/>
        </a:lt1>
        <a:dk2>
          <a:srgbClr val="FFFFFF"/>
        </a:dk2>
        <a:lt2>
          <a:srgbClr val="4B3D1B"/>
        </a:lt2>
        <a:accent1>
          <a:srgbClr val="CC9900"/>
        </a:accent1>
        <a:accent2>
          <a:srgbClr val="CC6600"/>
        </a:accent2>
        <a:accent3>
          <a:srgbClr val="ADAAAA"/>
        </a:accent3>
        <a:accent4>
          <a:srgbClr val="DCDCDC"/>
        </a:accent4>
        <a:accent5>
          <a:srgbClr val="E2CAAA"/>
        </a:accent5>
        <a:accent6>
          <a:srgbClr val="B75B00"/>
        </a:accent6>
        <a:hlink>
          <a:srgbClr val="666699"/>
        </a:hlink>
        <a:folHlink>
          <a:srgbClr val="CC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3366"/>
        </a:lt1>
        <a:dk2>
          <a:srgbClr val="FFFFFF"/>
        </a:dk2>
        <a:lt2>
          <a:srgbClr val="006666"/>
        </a:lt2>
        <a:accent1>
          <a:srgbClr val="0099CC"/>
        </a:accent1>
        <a:accent2>
          <a:srgbClr val="6666FF"/>
        </a:accent2>
        <a:accent3>
          <a:srgbClr val="AAADB9"/>
        </a:accent3>
        <a:accent4>
          <a:srgbClr val="DCDCDC"/>
        </a:accent4>
        <a:accent5>
          <a:srgbClr val="AACAE2"/>
        </a:accent5>
        <a:accent6>
          <a:srgbClr val="5B5BE5"/>
        </a:accent6>
        <a:hlink>
          <a:srgbClr val="FFFFCC"/>
        </a:hlink>
        <a:folHlink>
          <a:srgbClr val="FFCC00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006666"/>
        </a:lt1>
        <a:dk2>
          <a:srgbClr val="FFFFFF"/>
        </a:dk2>
        <a:lt2>
          <a:srgbClr val="003366"/>
        </a:lt2>
        <a:accent1>
          <a:srgbClr val="6699FF"/>
        </a:accent1>
        <a:accent2>
          <a:srgbClr val="00CCFF"/>
        </a:accent2>
        <a:accent3>
          <a:srgbClr val="AAB9B9"/>
        </a:accent3>
        <a:accent4>
          <a:srgbClr val="DCDCDC"/>
        </a:accent4>
        <a:accent5>
          <a:srgbClr val="B9CAFF"/>
        </a:accent5>
        <a:accent6>
          <a:srgbClr val="00B7E5"/>
        </a:accent6>
        <a:hlink>
          <a:srgbClr val="FFFFCC"/>
        </a:hlink>
        <a:folHlink>
          <a:srgbClr val="33CCCC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619CB1"/>
        </a:lt1>
        <a:dk2>
          <a:srgbClr val="FFFFFF"/>
        </a:dk2>
        <a:lt2>
          <a:srgbClr val="4E899E"/>
        </a:lt2>
        <a:accent1>
          <a:srgbClr val="FFCC00"/>
        </a:accent1>
        <a:accent2>
          <a:srgbClr val="B6523E"/>
        </a:accent2>
        <a:accent3>
          <a:srgbClr val="B7CBD4"/>
        </a:accent3>
        <a:accent4>
          <a:srgbClr val="000000"/>
        </a:accent4>
        <a:accent5>
          <a:srgbClr val="FFE2AA"/>
        </a:accent5>
        <a:accent6>
          <a:srgbClr val="A34937"/>
        </a:accent6>
        <a:hlink>
          <a:srgbClr val="99CC00"/>
        </a:hlink>
        <a:folHlink>
          <a:srgbClr val="6666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FFFFFF"/>
        </a:dk1>
        <a:lt1>
          <a:srgbClr val="336600"/>
        </a:lt1>
        <a:dk2>
          <a:srgbClr val="FFFFFF"/>
        </a:dk2>
        <a:lt2>
          <a:srgbClr val="598600"/>
        </a:lt2>
        <a:accent1>
          <a:srgbClr val="33CC33"/>
        </a:accent1>
        <a:accent2>
          <a:srgbClr val="99CC00"/>
        </a:accent2>
        <a:accent3>
          <a:srgbClr val="ADB9AA"/>
        </a:accent3>
        <a:accent4>
          <a:srgbClr val="DCDCDC"/>
        </a:accent4>
        <a:accent5>
          <a:srgbClr val="ADE2AD"/>
        </a:accent5>
        <a:accent6>
          <a:srgbClr val="89B700"/>
        </a:accent6>
        <a:hlink>
          <a:srgbClr val="FFCC00"/>
        </a:hlink>
        <a:folHlink>
          <a:srgbClr val="FFFF99"/>
        </a:folHlink>
      </a:clrScheme>
      <a:clrMap bg1="lt1" tx1="dk1" bg2="lt2" tx2="dk2" accent1="accent1" accent2="accent2" accent3="accent3" accent4="accent4" accent5="accent5" accent6="accent6" hlink="hlink" folHlink="folHlink"/>
    </a:extraClrScheme>
    <a:extraClrScheme>
      <a:clrScheme name="">
        <a:dk1>
          <a:srgbClr val="000000"/>
        </a:dk1>
        <a:lt1>
          <a:srgbClr val="FFFFFF"/>
        </a:lt1>
        <a:dk2>
          <a:srgbClr val="000000"/>
        </a:dk2>
        <a:lt2>
          <a:srgbClr val="DDDDDD"/>
        </a:lt2>
        <a:accent1>
          <a:srgbClr val="A3B2C1"/>
        </a:accent1>
        <a:accent2>
          <a:srgbClr val="CC0000"/>
        </a:accent2>
        <a:accent3>
          <a:srgbClr val="FFFFFF"/>
        </a:accent3>
        <a:accent4>
          <a:srgbClr val="000000"/>
        </a:accent4>
        <a:accent5>
          <a:srgbClr val="CED5DC"/>
        </a:accent5>
        <a:accent6>
          <a:srgbClr val="B70000"/>
        </a:accent6>
        <a:hlink>
          <a:srgbClr val="336699"/>
        </a:hlink>
        <a:folHlink>
          <a:srgbClr val="003366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6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7.xml><?xml version="1.0" encoding="utf-8"?>
<a:theme xmlns:a="http://schemas.openxmlformats.org/drawingml/2006/main" name="Office">
  <a:themeElements>
    <a:clrScheme name="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FFFFFF"/>
      </a:accent3>
      <a:accent4>
        <a:srgbClr val="000000"/>
      </a:accent4>
      <a:accent5>
        <a:srgbClr val="B3C1DA"/>
      </a:accent5>
      <a:accent6>
        <a:srgbClr val="AC4744"/>
      </a:accent6>
      <a:hlink>
        <a:srgbClr val="0000FF"/>
      </a:hlink>
      <a:folHlink>
        <a:srgbClr val="800080"/>
      </a:folHlink>
    </a:clrScheme>
    <a:fontScheme name="Cambria-Calibri">
      <a:majorFont>
        <a:latin typeface="Cambria"/>
        <a:ea typeface=""/>
        <a:cs typeface=""/>
        <a:font script="Jpan" typeface="ＭＳ 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明朝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2007-2010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atMod val="350000"/>
                <a:shade val="99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E:\CMM\TOPGROUP\2002年CMM工作\SPI模板\OK\培训教材模板.pot</Template>
  <TotalTime>0</TotalTime>
  <Words>3299</Words>
  <Application>WPS 演示</Application>
  <PresentationFormat>顶置</PresentationFormat>
  <Paragraphs>352</Paragraphs>
  <Slides>31</Slides>
  <Notes>2</Notes>
  <HiddenSlides>0</HiddenSlides>
  <MMClips>0</MMClips>
  <ScaleCrop>false</ScaleCrop>
  <HeadingPairs>
    <vt:vector size="8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5</vt:i4>
      </vt:variant>
      <vt:variant>
        <vt:lpstr>嵌入 OLE 服务器</vt:lpstr>
      </vt:variant>
      <vt:variant>
        <vt:i4>7</vt:i4>
      </vt:variant>
      <vt:variant>
        <vt:lpstr>幻灯片标题</vt:lpstr>
      </vt:variant>
      <vt:variant>
        <vt:i4>31</vt:i4>
      </vt:variant>
    </vt:vector>
  </HeadingPairs>
  <TitlesOfParts>
    <vt:vector size="54" baseType="lpstr">
      <vt:lpstr>Arial</vt:lpstr>
      <vt:lpstr>宋体</vt:lpstr>
      <vt:lpstr>Wingdings</vt:lpstr>
      <vt:lpstr>Times New Roman</vt:lpstr>
      <vt:lpstr>Verdana</vt:lpstr>
      <vt:lpstr>楷体_GB2312</vt:lpstr>
      <vt:lpstr>新宋体</vt:lpstr>
      <vt:lpstr>Garamond</vt:lpstr>
      <vt:lpstr>华文中宋</vt:lpstr>
      <vt:lpstr>微软雅黑</vt:lpstr>
      <vt:lpstr>Arial Unicode MS</vt:lpstr>
      <vt:lpstr>培训教材模板</vt:lpstr>
      <vt:lpstr>默认设计模板</vt:lpstr>
      <vt:lpstr>默认设计模板</vt:lpstr>
      <vt:lpstr>1_默认设计模板</vt:lpstr>
      <vt:lpstr>2_默认设计模板</vt:lpstr>
      <vt:lpstr>Paint.Picture</vt:lpstr>
      <vt:lpstr>Paint.Picture</vt:lpstr>
      <vt:lpstr>Paint.Picture</vt:lpstr>
      <vt:lpstr>Paint.Picture</vt:lpstr>
      <vt:lpstr>Paint.Picture</vt:lpstr>
      <vt:lpstr>Paint.Picture</vt:lpstr>
      <vt:lpstr>Paint.Picture</vt:lpstr>
      <vt:lpstr>串口通讯原理及CC2530的串行通讯应用</vt:lpstr>
      <vt:lpstr>串行通讯介绍</vt:lpstr>
      <vt:lpstr>串行通讯介绍</vt:lpstr>
      <vt:lpstr>串行通讯介绍</vt:lpstr>
      <vt:lpstr>串行通讯介绍</vt:lpstr>
      <vt:lpstr>串行通讯数据格式</vt:lpstr>
      <vt:lpstr>串行通讯数据格式</vt:lpstr>
      <vt:lpstr>串行通讯波特率</vt:lpstr>
      <vt:lpstr>CC2530的串口通信模块</vt:lpstr>
      <vt:lpstr>U0CSR寄存器</vt:lpstr>
      <vt:lpstr>外设IO口映射位置</vt:lpstr>
      <vt:lpstr>外设IO口映射位置</vt:lpstr>
      <vt:lpstr>PERCFG寄存器</vt:lpstr>
      <vt:lpstr>U0UCR寄存器</vt:lpstr>
      <vt:lpstr>U0GCR寄存器</vt:lpstr>
      <vt:lpstr>U0BAUD寄存器</vt:lpstr>
      <vt:lpstr>PC机串口引脚图</vt:lpstr>
      <vt:lpstr>RS232电平</vt:lpstr>
      <vt:lpstr>PC机与单片机串行通信模型</vt:lpstr>
      <vt:lpstr>MAX232概述</vt:lpstr>
      <vt:lpstr>MAX232的引脚功能</vt:lpstr>
      <vt:lpstr> 串口初始化步骤</vt:lpstr>
      <vt:lpstr>  串口发送数据</vt:lpstr>
      <vt:lpstr>  串口接收中断函数</vt:lpstr>
      <vt:lpstr>  串行通信协议--同步字通讯</vt:lpstr>
      <vt:lpstr>  串行通信协议中的转义</vt:lpstr>
      <vt:lpstr>  串行通信协议中的校验</vt:lpstr>
      <vt:lpstr>  本次项目实践采用的通讯协议</vt:lpstr>
      <vt:lpstr>  上位机控制</vt:lpstr>
      <vt:lpstr>串口通信项目实践</vt:lpstr>
      <vt:lpstr>Q&amp;A</vt:lpstr>
    </vt:vector>
  </TitlesOfParts>
  <Company>hwadee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讲义模版</dc:title>
  <dc:creator>lujun</dc:creator>
  <cp:category>模板</cp:category>
  <cp:lastModifiedBy>老虎</cp:lastModifiedBy>
  <cp:revision>331</cp:revision>
  <dcterms:created xsi:type="dcterms:W3CDTF">2002-03-06T09:05:00Z</dcterms:created>
  <dcterms:modified xsi:type="dcterms:W3CDTF">2024-07-02T07:22:49Z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用途">
    <vt:lpwstr>编制培训教材</vt:lpwstr>
  </property>
  <property fmtid="{D5CDD505-2E9C-101B-9397-08002B2CF9AE}" pid="3" name="部门">
    <vt:lpwstr>软件产品研发部</vt:lpwstr>
  </property>
  <property fmtid="{D5CDD505-2E9C-101B-9397-08002B2CF9AE}" pid="4" name="完成日期">
    <vt:lpwstr>&lt;  &gt; </vt:lpwstr>
  </property>
  <property fmtid="{D5CDD505-2E9C-101B-9397-08002B2CF9AE}" pid="5" name="KSOProductBuildVer">
    <vt:lpwstr>2052-12.1.0.17133</vt:lpwstr>
  </property>
  <property fmtid="{D5CDD505-2E9C-101B-9397-08002B2CF9AE}" pid="6" name="ICV">
    <vt:lpwstr>47E771E9F5D9496FA190EF68DE981FFC</vt:lpwstr>
  </property>
</Properties>
</file>